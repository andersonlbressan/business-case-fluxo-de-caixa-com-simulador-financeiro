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sldIdLst>
    <p:sldId id="260" r:id="rId2"/>
    <p:sldId id="263" r:id="rId3"/>
    <p:sldId id="268" r:id="rId4"/>
    <p:sldId id="269" r:id="rId5"/>
    <p:sldId id="270" r:id="rId6"/>
    <p:sldId id="261" r:id="rId7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2064D"/>
    <a:srgbClr val="261F81"/>
    <a:srgbClr val="160B54"/>
    <a:srgbClr val="E0D4FC"/>
    <a:srgbClr val="A793AD"/>
    <a:srgbClr val="9D9DA3"/>
    <a:srgbClr val="3D1565"/>
    <a:srgbClr val="846D9B"/>
    <a:srgbClr val="3C0C6E"/>
    <a:srgbClr val="6A36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92F76F7-E4DB-47A8-94B8-25BEE6097610}" v="189" dt="2020-06-19T16:19:37.56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0"/>
    <p:restoredTop sz="94660"/>
  </p:normalViewPr>
  <p:slideViewPr>
    <p:cSldViewPr snapToGrid="0">
      <p:cViewPr varScale="1">
        <p:scale>
          <a:sx n="104" d="100"/>
          <a:sy n="104" d="100"/>
        </p:scale>
        <p:origin x="114" y="3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Relationship Id="rId14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icardo Neves" userId="c57c9de82bfc8463" providerId="LiveId" clId="{DD3D527B-9ACB-4DFB-8021-47D6AD89198C}"/>
    <pc:docChg chg="undo custSel addSld modSld">
      <pc:chgData name="Ricardo Neves" userId="c57c9de82bfc8463" providerId="LiveId" clId="{DD3D527B-9ACB-4DFB-8021-47D6AD89198C}" dt="2020-05-29T13:03:20.311" v="1232" actId="478"/>
      <pc:docMkLst>
        <pc:docMk/>
      </pc:docMkLst>
      <pc:sldChg chg="addSp delSp modSp new mod">
        <pc:chgData name="Ricardo Neves" userId="c57c9de82bfc8463" providerId="LiveId" clId="{DD3D527B-9ACB-4DFB-8021-47D6AD89198C}" dt="2020-05-29T12:08:06.409" v="409" actId="478"/>
        <pc:sldMkLst>
          <pc:docMk/>
          <pc:sldMk cId="331609165" sldId="256"/>
        </pc:sldMkLst>
        <pc:spChg chg="del">
          <ac:chgData name="Ricardo Neves" userId="c57c9de82bfc8463" providerId="LiveId" clId="{DD3D527B-9ACB-4DFB-8021-47D6AD89198C}" dt="2020-05-27T20:03:10.351" v="1" actId="478"/>
          <ac:spMkLst>
            <pc:docMk/>
            <pc:sldMk cId="331609165" sldId="256"/>
            <ac:spMk id="2" creationId="{DBBBA9D7-4D09-450D-80B5-EF561464867C}"/>
          </ac:spMkLst>
        </pc:spChg>
        <pc:spChg chg="del">
          <ac:chgData name="Ricardo Neves" userId="c57c9de82bfc8463" providerId="LiveId" clId="{DD3D527B-9ACB-4DFB-8021-47D6AD89198C}" dt="2020-05-27T20:03:13.266" v="2" actId="478"/>
          <ac:spMkLst>
            <pc:docMk/>
            <pc:sldMk cId="331609165" sldId="256"/>
            <ac:spMk id="3" creationId="{592AEDAD-E38A-49D3-9C1A-316AA67843EF}"/>
          </ac:spMkLst>
        </pc:spChg>
        <pc:spChg chg="add del mod">
          <ac:chgData name="Ricardo Neves" userId="c57c9de82bfc8463" providerId="LiveId" clId="{DD3D527B-9ACB-4DFB-8021-47D6AD89198C}" dt="2020-05-29T12:08:06.409" v="409" actId="478"/>
          <ac:spMkLst>
            <pc:docMk/>
            <pc:sldMk cId="331609165" sldId="256"/>
            <ac:spMk id="3" creationId="{65CA6B62-7C99-4F04-9BA8-46AA46E73757}"/>
          </ac:spMkLst>
        </pc:spChg>
        <pc:picChg chg="add mod modCrop">
          <ac:chgData name="Ricardo Neves" userId="c57c9de82bfc8463" providerId="LiveId" clId="{DD3D527B-9ACB-4DFB-8021-47D6AD89198C}" dt="2020-05-27T20:05:32.863" v="20" actId="732"/>
          <ac:picMkLst>
            <pc:docMk/>
            <pc:sldMk cId="331609165" sldId="256"/>
            <ac:picMk id="5" creationId="{0A82394C-4041-4B6B-9069-CBFDA0170068}"/>
          </ac:picMkLst>
        </pc:picChg>
      </pc:sldChg>
      <pc:sldChg chg="addSp delSp modSp new mod">
        <pc:chgData name="Ricardo Neves" userId="c57c9de82bfc8463" providerId="LiveId" clId="{DD3D527B-9ACB-4DFB-8021-47D6AD89198C}" dt="2020-05-29T13:02:45.227" v="1229" actId="478"/>
        <pc:sldMkLst>
          <pc:docMk/>
          <pc:sldMk cId="717889628" sldId="257"/>
        </pc:sldMkLst>
        <pc:spChg chg="del">
          <ac:chgData name="Ricardo Neves" userId="c57c9de82bfc8463" providerId="LiveId" clId="{DD3D527B-9ACB-4DFB-8021-47D6AD89198C}" dt="2020-05-27T20:03:23.980" v="4" actId="478"/>
          <ac:spMkLst>
            <pc:docMk/>
            <pc:sldMk cId="717889628" sldId="257"/>
            <ac:spMk id="2" creationId="{2FE284A3-7409-4E76-A4D8-7BE9DDA3B0F5}"/>
          </ac:spMkLst>
        </pc:spChg>
        <pc:spChg chg="add del mod">
          <ac:chgData name="Ricardo Neves" userId="c57c9de82bfc8463" providerId="LiveId" clId="{DD3D527B-9ACB-4DFB-8021-47D6AD89198C}" dt="2020-05-29T13:02:45.227" v="1229" actId="478"/>
          <ac:spMkLst>
            <pc:docMk/>
            <pc:sldMk cId="717889628" sldId="257"/>
            <ac:spMk id="2" creationId="{6948D747-0B93-4D9A-A40C-D24245925C96}"/>
          </ac:spMkLst>
        </pc:spChg>
        <pc:spChg chg="del">
          <ac:chgData name="Ricardo Neves" userId="c57c9de82bfc8463" providerId="LiveId" clId="{DD3D527B-9ACB-4DFB-8021-47D6AD89198C}" dt="2020-05-27T20:03:24.987" v="5" actId="478"/>
          <ac:spMkLst>
            <pc:docMk/>
            <pc:sldMk cId="717889628" sldId="257"/>
            <ac:spMk id="3" creationId="{26B6EE81-DC86-4059-A530-45732E382139}"/>
          </ac:spMkLst>
        </pc:spChg>
        <pc:spChg chg="add mod">
          <ac:chgData name="Ricardo Neves" userId="c57c9de82bfc8463" providerId="LiveId" clId="{DD3D527B-9ACB-4DFB-8021-47D6AD89198C}" dt="2020-05-29T12:15:53.194" v="438" actId="14100"/>
          <ac:spMkLst>
            <pc:docMk/>
            <pc:sldMk cId="717889628" sldId="257"/>
            <ac:spMk id="3" creationId="{A76D453A-5618-4EED-8D7C-9C02641CF869}"/>
          </ac:spMkLst>
        </pc:spChg>
        <pc:spChg chg="add mod">
          <ac:chgData name="Ricardo Neves" userId="c57c9de82bfc8463" providerId="LiveId" clId="{DD3D527B-9ACB-4DFB-8021-47D6AD89198C}" dt="2020-05-29T12:32:33.177" v="706" actId="108"/>
          <ac:spMkLst>
            <pc:docMk/>
            <pc:sldMk cId="717889628" sldId="257"/>
            <ac:spMk id="4" creationId="{76D552AA-AAAA-4D6A-9D3D-7CFB4FCFB168}"/>
          </ac:spMkLst>
        </pc:spChg>
        <pc:spChg chg="add mod">
          <ac:chgData name="Ricardo Neves" userId="c57c9de82bfc8463" providerId="LiveId" clId="{DD3D527B-9ACB-4DFB-8021-47D6AD89198C}" dt="2020-05-29T12:19:08.714" v="531" actId="207"/>
          <ac:spMkLst>
            <pc:docMk/>
            <pc:sldMk cId="717889628" sldId="257"/>
            <ac:spMk id="6" creationId="{D3907CCD-D724-44DB-BB50-D1E66B8B71AA}"/>
          </ac:spMkLst>
        </pc:spChg>
        <pc:spChg chg="add del mod">
          <ac:chgData name="Ricardo Neves" userId="c57c9de82bfc8463" providerId="LiveId" clId="{DD3D527B-9ACB-4DFB-8021-47D6AD89198C}" dt="2020-05-29T12:16:01.234" v="440" actId="478"/>
          <ac:spMkLst>
            <pc:docMk/>
            <pc:sldMk cId="717889628" sldId="257"/>
            <ac:spMk id="8" creationId="{451D5E59-4F92-409D-B3F2-6B362DF8EB06}"/>
          </ac:spMkLst>
        </pc:spChg>
        <pc:spChg chg="add mod">
          <ac:chgData name="Ricardo Neves" userId="c57c9de82bfc8463" providerId="LiveId" clId="{DD3D527B-9ACB-4DFB-8021-47D6AD89198C}" dt="2020-05-29T12:16:05.818" v="442" actId="1076"/>
          <ac:spMkLst>
            <pc:docMk/>
            <pc:sldMk cId="717889628" sldId="257"/>
            <ac:spMk id="9" creationId="{8FABB0C2-D8C7-4801-AD2C-6AF372291DDC}"/>
          </ac:spMkLst>
        </pc:spChg>
        <pc:spChg chg="add mod">
          <ac:chgData name="Ricardo Neves" userId="c57c9de82bfc8463" providerId="LiveId" clId="{DD3D527B-9ACB-4DFB-8021-47D6AD89198C}" dt="2020-05-29T12:21:51.970" v="533" actId="1076"/>
          <ac:spMkLst>
            <pc:docMk/>
            <pc:sldMk cId="717889628" sldId="257"/>
            <ac:spMk id="10" creationId="{E4EB24C2-85FB-48CA-9C9B-DB8E8DF9BAD2}"/>
          </ac:spMkLst>
        </pc:spChg>
        <pc:spChg chg="add mod">
          <ac:chgData name="Ricardo Neves" userId="c57c9de82bfc8463" providerId="LiveId" clId="{DD3D527B-9ACB-4DFB-8021-47D6AD89198C}" dt="2020-05-29T12:22:16.249" v="536" actId="1076"/>
          <ac:spMkLst>
            <pc:docMk/>
            <pc:sldMk cId="717889628" sldId="257"/>
            <ac:spMk id="11" creationId="{8A7DA4FD-9E1C-4218-96F0-9A277F002FE4}"/>
          </ac:spMkLst>
        </pc:spChg>
        <pc:spChg chg="add mod">
          <ac:chgData name="Ricardo Neves" userId="c57c9de82bfc8463" providerId="LiveId" clId="{DD3D527B-9ACB-4DFB-8021-47D6AD89198C}" dt="2020-05-29T12:25:04.136" v="562" actId="1076"/>
          <ac:spMkLst>
            <pc:docMk/>
            <pc:sldMk cId="717889628" sldId="257"/>
            <ac:spMk id="12" creationId="{33AA51A4-91AF-4792-B96B-3976A7D75AA1}"/>
          </ac:spMkLst>
        </pc:spChg>
        <pc:spChg chg="add mod">
          <ac:chgData name="Ricardo Neves" userId="c57c9de82bfc8463" providerId="LiveId" clId="{DD3D527B-9ACB-4DFB-8021-47D6AD89198C}" dt="2020-05-29T12:22:30.106" v="540" actId="1076"/>
          <ac:spMkLst>
            <pc:docMk/>
            <pc:sldMk cId="717889628" sldId="257"/>
            <ac:spMk id="13" creationId="{B17588EA-C188-4D0D-98F6-69AAA0681FF9}"/>
          </ac:spMkLst>
        </pc:spChg>
        <pc:spChg chg="add mod">
          <ac:chgData name="Ricardo Neves" userId="c57c9de82bfc8463" providerId="LiveId" clId="{DD3D527B-9ACB-4DFB-8021-47D6AD89198C}" dt="2020-05-29T12:23:03.457" v="542" actId="1076"/>
          <ac:spMkLst>
            <pc:docMk/>
            <pc:sldMk cId="717889628" sldId="257"/>
            <ac:spMk id="14" creationId="{B065BDAB-2991-4D6E-B172-0965E8A2D444}"/>
          </ac:spMkLst>
        </pc:spChg>
        <pc:spChg chg="add mod">
          <ac:chgData name="Ricardo Neves" userId="c57c9de82bfc8463" providerId="LiveId" clId="{DD3D527B-9ACB-4DFB-8021-47D6AD89198C}" dt="2020-05-29T12:23:16.485" v="547" actId="408"/>
          <ac:spMkLst>
            <pc:docMk/>
            <pc:sldMk cId="717889628" sldId="257"/>
            <ac:spMk id="15" creationId="{9A8D1ED2-6A44-4BBF-A16F-F84CABDAC6F6}"/>
          </ac:spMkLst>
        </pc:spChg>
        <pc:spChg chg="add mod">
          <ac:chgData name="Ricardo Neves" userId="c57c9de82bfc8463" providerId="LiveId" clId="{DD3D527B-9ACB-4DFB-8021-47D6AD89198C}" dt="2020-05-29T12:23:16.485" v="547" actId="408"/>
          <ac:spMkLst>
            <pc:docMk/>
            <pc:sldMk cId="717889628" sldId="257"/>
            <ac:spMk id="16" creationId="{FEB54817-CC4A-43C8-955C-5027FF3846D2}"/>
          </ac:spMkLst>
        </pc:spChg>
        <pc:spChg chg="add del mod">
          <ac:chgData name="Ricardo Neves" userId="c57c9de82bfc8463" providerId="LiveId" clId="{DD3D527B-9ACB-4DFB-8021-47D6AD89198C}" dt="2020-05-29T12:24:07.945" v="549"/>
          <ac:spMkLst>
            <pc:docMk/>
            <pc:sldMk cId="717889628" sldId="257"/>
            <ac:spMk id="17" creationId="{8303B442-C0D1-47BE-A757-B8CF90E20FD9}"/>
          </ac:spMkLst>
        </pc:spChg>
        <pc:spChg chg="add mod">
          <ac:chgData name="Ricardo Neves" userId="c57c9de82bfc8463" providerId="LiveId" clId="{DD3D527B-9ACB-4DFB-8021-47D6AD89198C}" dt="2020-05-29T12:25:17.304" v="564"/>
          <ac:spMkLst>
            <pc:docMk/>
            <pc:sldMk cId="717889628" sldId="257"/>
            <ac:spMk id="18" creationId="{9B05F18B-2FB4-4D4C-9A34-7CB5DD0FFA0A}"/>
          </ac:spMkLst>
        </pc:spChg>
        <pc:spChg chg="add mod">
          <ac:chgData name="Ricardo Neves" userId="c57c9de82bfc8463" providerId="LiveId" clId="{DD3D527B-9ACB-4DFB-8021-47D6AD89198C}" dt="2020-05-29T12:25:19.769" v="565"/>
          <ac:spMkLst>
            <pc:docMk/>
            <pc:sldMk cId="717889628" sldId="257"/>
            <ac:spMk id="19" creationId="{05B5AE50-2612-45B9-8335-33CA1BF9AB2A}"/>
          </ac:spMkLst>
        </pc:spChg>
        <pc:spChg chg="add mod">
          <ac:chgData name="Ricardo Neves" userId="c57c9de82bfc8463" providerId="LiveId" clId="{DD3D527B-9ACB-4DFB-8021-47D6AD89198C}" dt="2020-05-29T12:26:38.919" v="577"/>
          <ac:spMkLst>
            <pc:docMk/>
            <pc:sldMk cId="717889628" sldId="257"/>
            <ac:spMk id="20" creationId="{CEC8C10E-6ABF-4CCE-B00E-ACDF24EE35B0}"/>
          </ac:spMkLst>
        </pc:spChg>
        <pc:spChg chg="add mod">
          <ac:chgData name="Ricardo Neves" userId="c57c9de82bfc8463" providerId="LiveId" clId="{DD3D527B-9ACB-4DFB-8021-47D6AD89198C}" dt="2020-05-29T12:26:41.905" v="578"/>
          <ac:spMkLst>
            <pc:docMk/>
            <pc:sldMk cId="717889628" sldId="257"/>
            <ac:spMk id="21" creationId="{052EF82D-4ED5-4A64-A427-B6AF194052FD}"/>
          </ac:spMkLst>
        </pc:spChg>
        <pc:spChg chg="add mod">
          <ac:chgData name="Ricardo Neves" userId="c57c9de82bfc8463" providerId="LiveId" clId="{DD3D527B-9ACB-4DFB-8021-47D6AD89198C}" dt="2020-05-29T12:26:18.173" v="574" actId="408"/>
          <ac:spMkLst>
            <pc:docMk/>
            <pc:sldMk cId="717889628" sldId="257"/>
            <ac:spMk id="22" creationId="{8AF2339C-9F3A-4FB1-8E1B-22D503535B88}"/>
          </ac:spMkLst>
        </pc:spChg>
        <pc:picChg chg="add mod">
          <ac:chgData name="Ricardo Neves" userId="c57c9de82bfc8463" providerId="LiveId" clId="{DD3D527B-9ACB-4DFB-8021-47D6AD89198C}" dt="2020-05-27T20:03:40.940" v="10" actId="962"/>
          <ac:picMkLst>
            <pc:docMk/>
            <pc:sldMk cId="717889628" sldId="257"/>
            <ac:picMk id="5" creationId="{A1088D64-5570-44D2-9043-F4156C2BCBFC}"/>
          </ac:picMkLst>
        </pc:picChg>
        <pc:picChg chg="add del mod">
          <ac:chgData name="Ricardo Neves" userId="c57c9de82bfc8463" providerId="LiveId" clId="{DD3D527B-9ACB-4DFB-8021-47D6AD89198C}" dt="2020-05-29T12:07:27.001" v="401" actId="478"/>
          <ac:picMkLst>
            <pc:docMk/>
            <pc:sldMk cId="717889628" sldId="257"/>
            <ac:picMk id="7" creationId="{8E6BBD56-5CA7-406D-A537-C028473FC39F}"/>
          </ac:picMkLst>
        </pc:picChg>
        <pc:picChg chg="add del mod">
          <ac:chgData name="Ricardo Neves" userId="c57c9de82bfc8463" providerId="LiveId" clId="{DD3D527B-9ACB-4DFB-8021-47D6AD89198C}" dt="2020-05-29T13:02:30.823" v="1227" actId="478"/>
          <ac:picMkLst>
            <pc:docMk/>
            <pc:sldMk cId="717889628" sldId="257"/>
            <ac:picMk id="23" creationId="{AAA42A8E-9F29-49E5-BFE1-ABF2184CF2EE}"/>
          </ac:picMkLst>
        </pc:picChg>
      </pc:sldChg>
      <pc:sldChg chg="addSp delSp modSp add mod">
        <pc:chgData name="Ricardo Neves" userId="c57c9de82bfc8463" providerId="LiveId" clId="{DD3D527B-9ACB-4DFB-8021-47D6AD89198C}" dt="2020-05-29T13:03:20.311" v="1232" actId="478"/>
        <pc:sldMkLst>
          <pc:docMk/>
          <pc:sldMk cId="4151929289" sldId="258"/>
        </pc:sldMkLst>
        <pc:spChg chg="mod">
          <ac:chgData name="Ricardo Neves" userId="c57c9de82bfc8463" providerId="LiveId" clId="{DD3D527B-9ACB-4DFB-8021-47D6AD89198C}" dt="2020-05-29T12:56:15.942" v="1031" actId="207"/>
          <ac:spMkLst>
            <pc:docMk/>
            <pc:sldMk cId="4151929289" sldId="258"/>
            <ac:spMk id="2" creationId="{6948D747-0B93-4D9A-A40C-D24245925C96}"/>
          </ac:spMkLst>
        </pc:spChg>
        <pc:spChg chg="mod">
          <ac:chgData name="Ricardo Neves" userId="c57c9de82bfc8463" providerId="LiveId" clId="{DD3D527B-9ACB-4DFB-8021-47D6AD89198C}" dt="2020-05-29T12:57:11.663" v="1037" actId="207"/>
          <ac:spMkLst>
            <pc:docMk/>
            <pc:sldMk cId="4151929289" sldId="258"/>
            <ac:spMk id="4" creationId="{76D552AA-AAAA-4D6A-9D3D-7CFB4FCFB168}"/>
          </ac:spMkLst>
        </pc:spChg>
        <pc:spChg chg="mod">
          <ac:chgData name="Ricardo Neves" userId="c57c9de82bfc8463" providerId="LiveId" clId="{DD3D527B-9ACB-4DFB-8021-47D6AD89198C}" dt="2020-05-29T12:55:38.959" v="1026" actId="207"/>
          <ac:spMkLst>
            <pc:docMk/>
            <pc:sldMk cId="4151929289" sldId="258"/>
            <ac:spMk id="6" creationId="{D3907CCD-D724-44DB-BB50-D1E66B8B71AA}"/>
          </ac:spMkLst>
        </pc:spChg>
        <pc:spChg chg="add mod ord">
          <ac:chgData name="Ricardo Neves" userId="c57c9de82bfc8463" providerId="LiveId" clId="{DD3D527B-9ACB-4DFB-8021-47D6AD89198C}" dt="2020-05-29T12:58:32.776" v="1226" actId="207"/>
          <ac:spMkLst>
            <pc:docMk/>
            <pc:sldMk cId="4151929289" sldId="258"/>
            <ac:spMk id="17" creationId="{431C4E07-4DDF-41E9-BBA6-E7ECA251CE1A}"/>
          </ac:spMkLst>
        </pc:spChg>
        <pc:picChg chg="del">
          <ac:chgData name="Ricardo Neves" userId="c57c9de82bfc8463" providerId="LiveId" clId="{DD3D527B-9ACB-4DFB-8021-47D6AD89198C}" dt="2020-05-29T12:51:53.289" v="710" actId="478"/>
          <ac:picMkLst>
            <pc:docMk/>
            <pc:sldMk cId="4151929289" sldId="258"/>
            <ac:picMk id="5" creationId="{A1088D64-5570-44D2-9043-F4156C2BCBFC}"/>
          </ac:picMkLst>
        </pc:picChg>
        <pc:picChg chg="add mod ord">
          <ac:chgData name="Ricardo Neves" userId="c57c9de82bfc8463" providerId="LiveId" clId="{DD3D527B-9ACB-4DFB-8021-47D6AD89198C}" dt="2020-05-29T12:52:35.880" v="717" actId="14100"/>
          <ac:picMkLst>
            <pc:docMk/>
            <pc:sldMk cId="4151929289" sldId="258"/>
            <ac:picMk id="8" creationId="{A5E090AD-93C2-475C-A0D0-AF87962051DB}"/>
          </ac:picMkLst>
        </pc:picChg>
        <pc:picChg chg="del mod">
          <ac:chgData name="Ricardo Neves" userId="c57c9de82bfc8463" providerId="LiveId" clId="{DD3D527B-9ACB-4DFB-8021-47D6AD89198C}" dt="2020-05-29T13:03:20.311" v="1232" actId="478"/>
          <ac:picMkLst>
            <pc:docMk/>
            <pc:sldMk cId="4151929289" sldId="258"/>
            <ac:picMk id="23" creationId="{AAA42A8E-9F29-49E5-BFE1-ABF2184CF2EE}"/>
          </ac:picMkLst>
        </pc:picChg>
      </pc:sldChg>
    </pc:docChg>
  </pc:docChgLst>
  <pc:docChgLst>
    <pc:chgData name="Ricardo Neves" userId="a2420d86-c959-463f-a209-2fea3ef854c2" providerId="ADAL" clId="{692F76F7-E4DB-47A8-94B8-25BEE6097610}"/>
    <pc:docChg chg="undo custSel addSld delSld modSld sldOrd">
      <pc:chgData name="Ricardo Neves" userId="a2420d86-c959-463f-a209-2fea3ef854c2" providerId="ADAL" clId="{692F76F7-E4DB-47A8-94B8-25BEE6097610}" dt="2020-06-19T16:19:59.386" v="352"/>
      <pc:docMkLst>
        <pc:docMk/>
      </pc:docMkLst>
      <pc:sldChg chg="del">
        <pc:chgData name="Ricardo Neves" userId="a2420d86-c959-463f-a209-2fea3ef854c2" providerId="ADAL" clId="{692F76F7-E4DB-47A8-94B8-25BEE6097610}" dt="2020-06-19T11:57:28.918" v="49" actId="2696"/>
        <pc:sldMkLst>
          <pc:docMk/>
          <pc:sldMk cId="331609165" sldId="256"/>
        </pc:sldMkLst>
      </pc:sldChg>
      <pc:sldChg chg="del">
        <pc:chgData name="Ricardo Neves" userId="a2420d86-c959-463f-a209-2fea3ef854c2" providerId="ADAL" clId="{692F76F7-E4DB-47A8-94B8-25BEE6097610}" dt="2020-06-19T11:57:26.340" v="48" actId="2696"/>
        <pc:sldMkLst>
          <pc:docMk/>
          <pc:sldMk cId="4151929289" sldId="258"/>
        </pc:sldMkLst>
      </pc:sldChg>
      <pc:sldChg chg="addSp delSp modSp del mod">
        <pc:chgData name="Ricardo Neves" userId="a2420d86-c959-463f-a209-2fea3ef854c2" providerId="ADAL" clId="{692F76F7-E4DB-47A8-94B8-25BEE6097610}" dt="2020-06-19T12:11:46.371" v="137" actId="2696"/>
        <pc:sldMkLst>
          <pc:docMk/>
          <pc:sldMk cId="2641072960" sldId="259"/>
        </pc:sldMkLst>
        <pc:picChg chg="del">
          <ac:chgData name="Ricardo Neves" userId="a2420d86-c959-463f-a209-2fea3ef854c2" providerId="ADAL" clId="{692F76F7-E4DB-47A8-94B8-25BEE6097610}" dt="2020-06-19T12:11:39.096" v="136" actId="478"/>
          <ac:picMkLst>
            <pc:docMk/>
            <pc:sldMk cId="2641072960" sldId="259"/>
            <ac:picMk id="5" creationId="{1EDD3F1A-757D-43CC-B539-0C08E6541FEA}"/>
          </ac:picMkLst>
        </pc:picChg>
        <pc:picChg chg="add del mod">
          <ac:chgData name="Ricardo Neves" userId="a2420d86-c959-463f-a209-2fea3ef854c2" providerId="ADAL" clId="{692F76F7-E4DB-47A8-94B8-25BEE6097610}" dt="2020-06-19T11:58:50.642" v="61" actId="478"/>
          <ac:picMkLst>
            <pc:docMk/>
            <pc:sldMk cId="2641072960" sldId="259"/>
            <ac:picMk id="8" creationId="{7719E59E-402F-47C6-8F98-2B5C242908D6}"/>
          </ac:picMkLst>
        </pc:picChg>
      </pc:sldChg>
      <pc:sldChg chg="addSp delSp modSp mod">
        <pc:chgData name="Ricardo Neves" userId="a2420d86-c959-463f-a209-2fea3ef854c2" providerId="ADAL" clId="{692F76F7-E4DB-47A8-94B8-25BEE6097610}" dt="2020-06-19T16:19:30.112" v="346"/>
        <pc:sldMkLst>
          <pc:docMk/>
          <pc:sldMk cId="1937390665" sldId="260"/>
        </pc:sldMkLst>
        <pc:spChg chg="mod">
          <ac:chgData name="Ricardo Neves" userId="a2420d86-c959-463f-a209-2fea3ef854c2" providerId="ADAL" clId="{692F76F7-E4DB-47A8-94B8-25BEE6097610}" dt="2020-06-19T12:01:43.632" v="82" actId="207"/>
          <ac:spMkLst>
            <pc:docMk/>
            <pc:sldMk cId="1937390665" sldId="260"/>
            <ac:spMk id="4" creationId="{3106C6AA-BA07-481B-91EF-BBA265255165}"/>
          </ac:spMkLst>
        </pc:spChg>
        <pc:spChg chg="mod">
          <ac:chgData name="Ricardo Neves" userId="a2420d86-c959-463f-a209-2fea3ef854c2" providerId="ADAL" clId="{692F76F7-E4DB-47A8-94B8-25BEE6097610}" dt="2020-06-19T12:02:00.888" v="84" actId="207"/>
          <ac:spMkLst>
            <pc:docMk/>
            <pc:sldMk cId="1937390665" sldId="260"/>
            <ac:spMk id="7" creationId="{591FED34-0670-48D2-A363-9ECB25C41D8E}"/>
          </ac:spMkLst>
        </pc:spChg>
        <pc:spChg chg="add del mod">
          <ac:chgData name="Ricardo Neves" userId="a2420d86-c959-463f-a209-2fea3ef854c2" providerId="ADAL" clId="{692F76F7-E4DB-47A8-94B8-25BEE6097610}" dt="2020-06-19T12:11:48.815" v="139" actId="478"/>
          <ac:spMkLst>
            <pc:docMk/>
            <pc:sldMk cId="1937390665" sldId="260"/>
            <ac:spMk id="16" creationId="{E8371F4D-7D04-4E11-B281-C52E71349485}"/>
          </ac:spMkLst>
        </pc:spChg>
        <pc:spChg chg="add del mod">
          <ac:chgData name="Ricardo Neves" userId="a2420d86-c959-463f-a209-2fea3ef854c2" providerId="ADAL" clId="{692F76F7-E4DB-47A8-94B8-25BEE6097610}" dt="2020-06-19T12:11:48.064" v="138" actId="478"/>
          <ac:spMkLst>
            <pc:docMk/>
            <pc:sldMk cId="1937390665" sldId="260"/>
            <ac:spMk id="17" creationId="{BD051C91-7DE9-483B-9EC5-19BE60ED0DAB}"/>
          </ac:spMkLst>
        </pc:spChg>
        <pc:spChg chg="mod">
          <ac:chgData name="Ricardo Neves" userId="a2420d86-c959-463f-a209-2fea3ef854c2" providerId="ADAL" clId="{692F76F7-E4DB-47A8-94B8-25BEE6097610}" dt="2020-06-19T12:02:45.992" v="90" actId="207"/>
          <ac:spMkLst>
            <pc:docMk/>
            <pc:sldMk cId="1937390665" sldId="260"/>
            <ac:spMk id="25" creationId="{77765F54-D24C-4DC9-8CB3-23A7FD6C72EE}"/>
          </ac:spMkLst>
        </pc:spChg>
        <pc:spChg chg="mod">
          <ac:chgData name="Ricardo Neves" userId="a2420d86-c959-463f-a209-2fea3ef854c2" providerId="ADAL" clId="{692F76F7-E4DB-47A8-94B8-25BEE6097610}" dt="2020-06-19T12:02:19.529" v="86" actId="207"/>
          <ac:spMkLst>
            <pc:docMk/>
            <pc:sldMk cId="1937390665" sldId="260"/>
            <ac:spMk id="26" creationId="{1CD96577-F868-4CD0-B0D4-1F4F10891256}"/>
          </ac:spMkLst>
        </pc:spChg>
        <pc:spChg chg="mod">
          <ac:chgData name="Ricardo Neves" userId="a2420d86-c959-463f-a209-2fea3ef854c2" providerId="ADAL" clId="{692F76F7-E4DB-47A8-94B8-25BEE6097610}" dt="2020-06-19T16:19:30.112" v="346"/>
          <ac:spMkLst>
            <pc:docMk/>
            <pc:sldMk cId="1937390665" sldId="260"/>
            <ac:spMk id="27" creationId="{2A630E78-4468-4803-A4F8-72AABE3C924F}"/>
          </ac:spMkLst>
        </pc:spChg>
        <pc:spChg chg="mod">
          <ac:chgData name="Ricardo Neves" userId="a2420d86-c959-463f-a209-2fea3ef854c2" providerId="ADAL" clId="{692F76F7-E4DB-47A8-94B8-25BEE6097610}" dt="2020-06-19T12:02:32.873" v="88" actId="207"/>
          <ac:spMkLst>
            <pc:docMk/>
            <pc:sldMk cId="1937390665" sldId="260"/>
            <ac:spMk id="32" creationId="{7302A991-98E6-4C08-8B27-FCAFBCBCCFC5}"/>
          </ac:spMkLst>
        </pc:spChg>
        <pc:spChg chg="mod">
          <ac:chgData name="Ricardo Neves" userId="a2420d86-c959-463f-a209-2fea3ef854c2" providerId="ADAL" clId="{692F76F7-E4DB-47A8-94B8-25BEE6097610}" dt="2020-06-19T12:02:59.952" v="92" actId="207"/>
          <ac:spMkLst>
            <pc:docMk/>
            <pc:sldMk cId="1937390665" sldId="260"/>
            <ac:spMk id="57" creationId="{6D827A2C-6718-4910-A7DB-659B7291C8E6}"/>
          </ac:spMkLst>
        </pc:spChg>
      </pc:sldChg>
      <pc:sldChg chg="addSp delSp modSp mod">
        <pc:chgData name="Ricardo Neves" userId="a2420d86-c959-463f-a209-2fea3ef854c2" providerId="ADAL" clId="{692F76F7-E4DB-47A8-94B8-25BEE6097610}" dt="2020-06-19T12:17:03.640" v="146" actId="1076"/>
        <pc:sldMkLst>
          <pc:docMk/>
          <pc:sldMk cId="1412899883" sldId="261"/>
        </pc:sldMkLst>
        <pc:spChg chg="add mod">
          <ac:chgData name="Ricardo Neves" userId="a2420d86-c959-463f-a209-2fea3ef854c2" providerId="ADAL" clId="{692F76F7-E4DB-47A8-94B8-25BEE6097610}" dt="2020-06-19T12:00:19.034" v="70" actId="14100"/>
          <ac:spMkLst>
            <pc:docMk/>
            <pc:sldMk cId="1412899883" sldId="261"/>
            <ac:spMk id="19" creationId="{E26EE387-B068-46A0-B3EF-B3AA697B3E9B}"/>
          </ac:spMkLst>
        </pc:spChg>
        <pc:spChg chg="add mod">
          <ac:chgData name="Ricardo Neves" userId="a2420d86-c959-463f-a209-2fea3ef854c2" providerId="ADAL" clId="{692F76F7-E4DB-47A8-94B8-25BEE6097610}" dt="2020-06-19T12:00:13.577" v="69"/>
          <ac:spMkLst>
            <pc:docMk/>
            <pc:sldMk cId="1412899883" sldId="261"/>
            <ac:spMk id="20" creationId="{565E0F0F-8FE5-42E1-84DE-7368B75B4D59}"/>
          </ac:spMkLst>
        </pc:spChg>
        <pc:spChg chg="mod">
          <ac:chgData name="Ricardo Neves" userId="a2420d86-c959-463f-a209-2fea3ef854c2" providerId="ADAL" clId="{692F76F7-E4DB-47A8-94B8-25BEE6097610}" dt="2020-06-19T12:17:03.640" v="146" actId="1076"/>
          <ac:spMkLst>
            <pc:docMk/>
            <pc:sldMk cId="1412899883" sldId="261"/>
            <ac:spMk id="22" creationId="{4A582CAF-C23C-43A3-AC8A-9A599B83290C}"/>
          </ac:spMkLst>
        </pc:spChg>
        <pc:spChg chg="add mod">
          <ac:chgData name="Ricardo Neves" userId="a2420d86-c959-463f-a209-2fea3ef854c2" providerId="ADAL" clId="{692F76F7-E4DB-47A8-94B8-25BEE6097610}" dt="2020-06-19T12:00:53.249" v="77" actId="207"/>
          <ac:spMkLst>
            <pc:docMk/>
            <pc:sldMk cId="1412899883" sldId="261"/>
            <ac:spMk id="23" creationId="{D7F90032-94B7-4E26-AD4C-E44B9445C1E0}"/>
          </ac:spMkLst>
        </pc:spChg>
        <pc:spChg chg="add del mod">
          <ac:chgData name="Ricardo Neves" userId="a2420d86-c959-463f-a209-2fea3ef854c2" providerId="ADAL" clId="{692F76F7-E4DB-47A8-94B8-25BEE6097610}" dt="2020-06-19T12:16:17.827" v="142" actId="478"/>
          <ac:spMkLst>
            <pc:docMk/>
            <pc:sldMk cId="1412899883" sldId="261"/>
            <ac:spMk id="24" creationId="{0D0041BA-3B74-474F-B87C-668B2F71C5A1}"/>
          </ac:spMkLst>
        </pc:spChg>
        <pc:spChg chg="add del mod">
          <ac:chgData name="Ricardo Neves" userId="a2420d86-c959-463f-a209-2fea3ef854c2" providerId="ADAL" clId="{692F76F7-E4DB-47A8-94B8-25BEE6097610}" dt="2020-06-19T12:16:56.690" v="144" actId="478"/>
          <ac:spMkLst>
            <pc:docMk/>
            <pc:sldMk cId="1412899883" sldId="261"/>
            <ac:spMk id="25" creationId="{D4B46442-66AA-47BF-A411-8F857051A50D}"/>
          </ac:spMkLst>
        </pc:spChg>
        <pc:spChg chg="add del mod">
          <ac:chgData name="Ricardo Neves" userId="a2420d86-c959-463f-a209-2fea3ef854c2" providerId="ADAL" clId="{692F76F7-E4DB-47A8-94B8-25BEE6097610}" dt="2020-06-19T12:16:55.864" v="143" actId="478"/>
          <ac:spMkLst>
            <pc:docMk/>
            <pc:sldMk cId="1412899883" sldId="261"/>
            <ac:spMk id="26" creationId="{ADA3FA90-4402-4B55-BD92-6A16F7D73216}"/>
          </ac:spMkLst>
        </pc:spChg>
        <pc:picChg chg="del">
          <ac:chgData name="Ricardo Neves" userId="a2420d86-c959-463f-a209-2fea3ef854c2" providerId="ADAL" clId="{692F76F7-E4DB-47A8-94B8-25BEE6097610}" dt="2020-06-19T11:57:58.273" v="50" actId="478"/>
          <ac:picMkLst>
            <pc:docMk/>
            <pc:sldMk cId="1412899883" sldId="261"/>
            <ac:picMk id="21" creationId="{7A493904-B81F-4903-B6A2-6CB643292929}"/>
          </ac:picMkLst>
        </pc:picChg>
        <pc:picChg chg="add del mod">
          <ac:chgData name="Ricardo Neves" userId="a2420d86-c959-463f-a209-2fea3ef854c2" providerId="ADAL" clId="{692F76F7-E4DB-47A8-94B8-25BEE6097610}" dt="2020-06-19T12:00:35.041" v="75" actId="478"/>
          <ac:picMkLst>
            <pc:docMk/>
            <pc:sldMk cId="1412899883" sldId="261"/>
            <ac:picMk id="24" creationId="{92BED864-7840-4A07-B81F-2F0CBBDB10EA}"/>
          </ac:picMkLst>
        </pc:picChg>
      </pc:sldChg>
      <pc:sldChg chg="del">
        <pc:chgData name="Ricardo Neves" userId="a2420d86-c959-463f-a209-2fea3ef854c2" providerId="ADAL" clId="{692F76F7-E4DB-47A8-94B8-25BEE6097610}" dt="2020-06-19T11:55:05.742" v="0" actId="2696"/>
        <pc:sldMkLst>
          <pc:docMk/>
          <pc:sldMk cId="4291834335" sldId="262"/>
        </pc:sldMkLst>
      </pc:sldChg>
      <pc:sldChg chg="addSp delSp modSp mod">
        <pc:chgData name="Ricardo Neves" userId="a2420d86-c959-463f-a209-2fea3ef854c2" providerId="ADAL" clId="{692F76F7-E4DB-47A8-94B8-25BEE6097610}" dt="2020-06-19T16:19:40.687" v="348"/>
        <pc:sldMkLst>
          <pc:docMk/>
          <pc:sldMk cId="161192686" sldId="263"/>
        </pc:sldMkLst>
        <pc:spChg chg="add del mod">
          <ac:chgData name="Ricardo Neves" userId="a2420d86-c959-463f-a209-2fea3ef854c2" providerId="ADAL" clId="{692F76F7-E4DB-47A8-94B8-25BEE6097610}" dt="2020-06-19T16:12:33.218" v="303" actId="478"/>
          <ac:spMkLst>
            <pc:docMk/>
            <pc:sldMk cId="161192686" sldId="263"/>
            <ac:spMk id="3" creationId="{437FBA47-BD0F-4058-8385-B2E78162C2F0}"/>
          </ac:spMkLst>
        </pc:spChg>
        <pc:spChg chg="del">
          <ac:chgData name="Ricardo Neves" userId="a2420d86-c959-463f-a209-2fea3ef854c2" providerId="ADAL" clId="{692F76F7-E4DB-47A8-94B8-25BEE6097610}" dt="2020-06-19T12:04:12.199" v="97" actId="478"/>
          <ac:spMkLst>
            <pc:docMk/>
            <pc:sldMk cId="161192686" sldId="263"/>
            <ac:spMk id="4" creationId="{3106C6AA-BA07-481B-91EF-BBA265255165}"/>
          </ac:spMkLst>
        </pc:spChg>
        <pc:spChg chg="add del mod">
          <ac:chgData name="Ricardo Neves" userId="a2420d86-c959-463f-a209-2fea3ef854c2" providerId="ADAL" clId="{692F76F7-E4DB-47A8-94B8-25BEE6097610}" dt="2020-06-19T16:12:42.390" v="305" actId="478"/>
          <ac:spMkLst>
            <pc:docMk/>
            <pc:sldMk cId="161192686" sldId="263"/>
            <ac:spMk id="5" creationId="{6B35F338-7CCB-48F5-BC4C-34C6B8D54893}"/>
          </ac:spMkLst>
        </pc:spChg>
        <pc:spChg chg="del">
          <ac:chgData name="Ricardo Neves" userId="a2420d86-c959-463f-a209-2fea3ef854c2" providerId="ADAL" clId="{692F76F7-E4DB-47A8-94B8-25BEE6097610}" dt="2020-06-19T12:04:12.199" v="97" actId="478"/>
          <ac:spMkLst>
            <pc:docMk/>
            <pc:sldMk cId="161192686" sldId="263"/>
            <ac:spMk id="7" creationId="{591FED34-0670-48D2-A363-9ECB25C41D8E}"/>
          </ac:spMkLst>
        </pc:spChg>
        <pc:spChg chg="del">
          <ac:chgData name="Ricardo Neves" userId="a2420d86-c959-463f-a209-2fea3ef854c2" providerId="ADAL" clId="{692F76F7-E4DB-47A8-94B8-25BEE6097610}" dt="2020-06-19T11:55:55.770" v="10" actId="478"/>
          <ac:spMkLst>
            <pc:docMk/>
            <pc:sldMk cId="161192686" sldId="263"/>
            <ac:spMk id="12" creationId="{A57822E1-7115-4B6C-A64D-A92C1F9A7183}"/>
          </ac:spMkLst>
        </pc:spChg>
        <pc:spChg chg="del">
          <ac:chgData name="Ricardo Neves" userId="a2420d86-c959-463f-a209-2fea3ef854c2" providerId="ADAL" clId="{692F76F7-E4DB-47A8-94B8-25BEE6097610}" dt="2020-06-19T11:55:46.540" v="3" actId="478"/>
          <ac:spMkLst>
            <pc:docMk/>
            <pc:sldMk cId="161192686" sldId="263"/>
            <ac:spMk id="13" creationId="{0C93C631-4844-4CB0-BB2A-23C696867EA8}"/>
          </ac:spMkLst>
        </pc:spChg>
        <pc:spChg chg="del">
          <ac:chgData name="Ricardo Neves" userId="a2420d86-c959-463f-a209-2fea3ef854c2" providerId="ADAL" clId="{692F76F7-E4DB-47A8-94B8-25BEE6097610}" dt="2020-06-19T11:55:56.833" v="11" actId="478"/>
          <ac:spMkLst>
            <pc:docMk/>
            <pc:sldMk cId="161192686" sldId="263"/>
            <ac:spMk id="14" creationId="{72389830-CC93-41FE-B79A-E96F6AE86EF2}"/>
          </ac:spMkLst>
        </pc:spChg>
        <pc:spChg chg="del">
          <ac:chgData name="Ricardo Neves" userId="a2420d86-c959-463f-a209-2fea3ef854c2" providerId="ADAL" clId="{692F76F7-E4DB-47A8-94B8-25BEE6097610}" dt="2020-06-19T11:55:47.498" v="4" actId="478"/>
          <ac:spMkLst>
            <pc:docMk/>
            <pc:sldMk cId="161192686" sldId="263"/>
            <ac:spMk id="15" creationId="{10835068-EBEA-459A-999A-8E014B1D85B4}"/>
          </ac:spMkLst>
        </pc:spChg>
        <pc:spChg chg="del">
          <ac:chgData name="Ricardo Neves" userId="a2420d86-c959-463f-a209-2fea3ef854c2" providerId="ADAL" clId="{692F76F7-E4DB-47A8-94B8-25BEE6097610}" dt="2020-06-19T11:55:48.878" v="5" actId="478"/>
          <ac:spMkLst>
            <pc:docMk/>
            <pc:sldMk cId="161192686" sldId="263"/>
            <ac:spMk id="16" creationId="{53A0959A-33FA-4A28-8C24-81D3E8CB57DD}"/>
          </ac:spMkLst>
        </pc:spChg>
        <pc:spChg chg="add del mod">
          <ac:chgData name="Ricardo Neves" userId="a2420d86-c959-463f-a209-2fea3ef854c2" providerId="ADAL" clId="{692F76F7-E4DB-47A8-94B8-25BEE6097610}" dt="2020-06-19T16:11:53.400" v="267" actId="478"/>
          <ac:spMkLst>
            <pc:docMk/>
            <pc:sldMk cId="161192686" sldId="263"/>
            <ac:spMk id="16" creationId="{E91EE90E-3CEB-4E8A-A9AB-F372A07AEBFB}"/>
          </ac:spMkLst>
        </pc:spChg>
        <pc:spChg chg="add del mod">
          <ac:chgData name="Ricardo Neves" userId="a2420d86-c959-463f-a209-2fea3ef854c2" providerId="ADAL" clId="{692F76F7-E4DB-47A8-94B8-25BEE6097610}" dt="2020-06-19T16:09:23.133" v="165" actId="478"/>
          <ac:spMkLst>
            <pc:docMk/>
            <pc:sldMk cId="161192686" sldId="263"/>
            <ac:spMk id="17" creationId="{479F157F-C17D-4055-8656-AC344C36EA2C}"/>
          </ac:spMkLst>
        </pc:spChg>
        <pc:spChg chg="del">
          <ac:chgData name="Ricardo Neves" userId="a2420d86-c959-463f-a209-2fea3ef854c2" providerId="ADAL" clId="{692F76F7-E4DB-47A8-94B8-25BEE6097610}" dt="2020-06-19T11:55:49.702" v="6" actId="478"/>
          <ac:spMkLst>
            <pc:docMk/>
            <pc:sldMk cId="161192686" sldId="263"/>
            <ac:spMk id="17" creationId="{4CF7C9E9-16AD-4B0B-96AC-5CE5DDDA5DBC}"/>
          </ac:spMkLst>
        </pc:spChg>
        <pc:spChg chg="add del mod">
          <ac:chgData name="Ricardo Neves" userId="a2420d86-c959-463f-a209-2fea3ef854c2" providerId="ADAL" clId="{692F76F7-E4DB-47A8-94B8-25BEE6097610}" dt="2020-06-19T16:16:55.927" v="333" actId="478"/>
          <ac:spMkLst>
            <pc:docMk/>
            <pc:sldMk cId="161192686" sldId="263"/>
            <ac:spMk id="18" creationId="{CFF65C44-97D9-4374-B2D5-207C957FD91A}"/>
          </ac:spMkLst>
        </pc:spChg>
        <pc:spChg chg="del">
          <ac:chgData name="Ricardo Neves" userId="a2420d86-c959-463f-a209-2fea3ef854c2" providerId="ADAL" clId="{692F76F7-E4DB-47A8-94B8-25BEE6097610}" dt="2020-06-19T12:04:45.972" v="105" actId="478"/>
          <ac:spMkLst>
            <pc:docMk/>
            <pc:sldMk cId="161192686" sldId="263"/>
            <ac:spMk id="18" creationId="{E42DAEAE-329A-448F-9AC2-3E39199BDE27}"/>
          </ac:spMkLst>
        </pc:spChg>
        <pc:spChg chg="del">
          <ac:chgData name="Ricardo Neves" userId="a2420d86-c959-463f-a209-2fea3ef854c2" providerId="ADAL" clId="{692F76F7-E4DB-47A8-94B8-25BEE6097610}" dt="2020-06-19T11:55:54.317" v="9" actId="478"/>
          <ac:spMkLst>
            <pc:docMk/>
            <pc:sldMk cId="161192686" sldId="263"/>
            <ac:spMk id="19" creationId="{959CD6C1-E28E-454C-910B-D37F20AE56E7}"/>
          </ac:spMkLst>
        </pc:spChg>
        <pc:spChg chg="del">
          <ac:chgData name="Ricardo Neves" userId="a2420d86-c959-463f-a209-2fea3ef854c2" providerId="ADAL" clId="{692F76F7-E4DB-47A8-94B8-25BEE6097610}" dt="2020-06-19T11:55:51.629" v="7" actId="478"/>
          <ac:spMkLst>
            <pc:docMk/>
            <pc:sldMk cId="161192686" sldId="263"/>
            <ac:spMk id="20" creationId="{95CAF00D-404F-4CA4-B415-D01E0E8AEDF1}"/>
          </ac:spMkLst>
        </pc:spChg>
        <pc:spChg chg="add del mod">
          <ac:chgData name="Ricardo Neves" userId="a2420d86-c959-463f-a209-2fea3ef854c2" providerId="ADAL" clId="{692F76F7-E4DB-47A8-94B8-25BEE6097610}" dt="2020-06-19T16:16:54.639" v="332" actId="478"/>
          <ac:spMkLst>
            <pc:docMk/>
            <pc:sldMk cId="161192686" sldId="263"/>
            <ac:spMk id="20" creationId="{B5C873F4-D0A6-4C35-B23C-8F9DBFD6D7AE}"/>
          </ac:spMkLst>
        </pc:spChg>
        <pc:spChg chg="del">
          <ac:chgData name="Ricardo Neves" userId="a2420d86-c959-463f-a209-2fea3ef854c2" providerId="ADAL" clId="{692F76F7-E4DB-47A8-94B8-25BEE6097610}" dt="2020-06-19T11:55:53.155" v="8" actId="478"/>
          <ac:spMkLst>
            <pc:docMk/>
            <pc:sldMk cId="161192686" sldId="263"/>
            <ac:spMk id="21" creationId="{8CDA0072-D1A9-4677-BDF2-20E4F1831AE6}"/>
          </ac:spMkLst>
        </pc:spChg>
        <pc:spChg chg="del">
          <ac:chgData name="Ricardo Neves" userId="a2420d86-c959-463f-a209-2fea3ef854c2" providerId="ADAL" clId="{692F76F7-E4DB-47A8-94B8-25BEE6097610}" dt="2020-06-19T12:04:12.199" v="97" actId="478"/>
          <ac:spMkLst>
            <pc:docMk/>
            <pc:sldMk cId="161192686" sldId="263"/>
            <ac:spMk id="25" creationId="{77765F54-D24C-4DC9-8CB3-23A7FD6C72EE}"/>
          </ac:spMkLst>
        </pc:spChg>
        <pc:spChg chg="del">
          <ac:chgData name="Ricardo Neves" userId="a2420d86-c959-463f-a209-2fea3ef854c2" providerId="ADAL" clId="{692F76F7-E4DB-47A8-94B8-25BEE6097610}" dt="2020-06-19T12:04:12.199" v="97" actId="478"/>
          <ac:spMkLst>
            <pc:docMk/>
            <pc:sldMk cId="161192686" sldId="263"/>
            <ac:spMk id="26" creationId="{1CD96577-F868-4CD0-B0D4-1F4F10891256}"/>
          </ac:spMkLst>
        </pc:spChg>
        <pc:spChg chg="del">
          <ac:chgData name="Ricardo Neves" userId="a2420d86-c959-463f-a209-2fea3ef854c2" providerId="ADAL" clId="{692F76F7-E4DB-47A8-94B8-25BEE6097610}" dt="2020-06-19T12:04:12.199" v="97" actId="478"/>
          <ac:spMkLst>
            <pc:docMk/>
            <pc:sldMk cId="161192686" sldId="263"/>
            <ac:spMk id="27" creationId="{2A630E78-4468-4803-A4F8-72AABE3C924F}"/>
          </ac:spMkLst>
        </pc:spChg>
        <pc:spChg chg="del">
          <ac:chgData name="Ricardo Neves" userId="a2420d86-c959-463f-a209-2fea3ef854c2" providerId="ADAL" clId="{692F76F7-E4DB-47A8-94B8-25BEE6097610}" dt="2020-06-19T12:04:12.199" v="97" actId="478"/>
          <ac:spMkLst>
            <pc:docMk/>
            <pc:sldMk cId="161192686" sldId="263"/>
            <ac:spMk id="32" creationId="{7302A991-98E6-4C08-8B27-FCAFBCBCCFC5}"/>
          </ac:spMkLst>
        </pc:spChg>
        <pc:spChg chg="add mod ord">
          <ac:chgData name="Ricardo Neves" userId="a2420d86-c959-463f-a209-2fea3ef854c2" providerId="ADAL" clId="{692F76F7-E4DB-47A8-94B8-25BEE6097610}" dt="2020-06-19T12:04:43.041" v="104" actId="1076"/>
          <ac:spMkLst>
            <pc:docMk/>
            <pc:sldMk cId="161192686" sldId="263"/>
            <ac:spMk id="33" creationId="{60F05B1F-047C-4628-8986-AA8FFB76A489}"/>
          </ac:spMkLst>
        </pc:spChg>
        <pc:spChg chg="mod">
          <ac:chgData name="Ricardo Neves" userId="a2420d86-c959-463f-a209-2fea3ef854c2" providerId="ADAL" clId="{692F76F7-E4DB-47A8-94B8-25BEE6097610}" dt="2020-06-19T12:07:05.525" v="129" actId="207"/>
          <ac:spMkLst>
            <pc:docMk/>
            <pc:sldMk cId="161192686" sldId="263"/>
            <ac:spMk id="35" creationId="{8906FFB2-F101-4A58-9485-8719B9B3B704}"/>
          </ac:spMkLst>
        </pc:spChg>
        <pc:spChg chg="add del mod ord">
          <ac:chgData name="Ricardo Neves" userId="a2420d86-c959-463f-a209-2fea3ef854c2" providerId="ADAL" clId="{692F76F7-E4DB-47A8-94B8-25BEE6097610}" dt="2020-06-19T16:09:16.597" v="160" actId="478"/>
          <ac:spMkLst>
            <pc:docMk/>
            <pc:sldMk cId="161192686" sldId="263"/>
            <ac:spMk id="36" creationId="{6C72074D-1EEF-4680-86B3-34AC3D45652C}"/>
          </ac:spMkLst>
        </pc:spChg>
        <pc:spChg chg="add mod ord">
          <ac:chgData name="Ricardo Neves" userId="a2420d86-c959-463f-a209-2fea3ef854c2" providerId="ADAL" clId="{692F76F7-E4DB-47A8-94B8-25BEE6097610}" dt="2020-06-19T16:19:40.687" v="348"/>
          <ac:spMkLst>
            <pc:docMk/>
            <pc:sldMk cId="161192686" sldId="263"/>
            <ac:spMk id="37" creationId="{4FE4875C-778B-4E92-AE9C-005A2243D85A}"/>
          </ac:spMkLst>
        </pc:spChg>
        <pc:spChg chg="add del mod ord">
          <ac:chgData name="Ricardo Neves" userId="a2420d86-c959-463f-a209-2fea3ef854c2" providerId="ADAL" clId="{692F76F7-E4DB-47A8-94B8-25BEE6097610}" dt="2020-06-19T16:09:25.115" v="168" actId="478"/>
          <ac:spMkLst>
            <pc:docMk/>
            <pc:sldMk cId="161192686" sldId="263"/>
            <ac:spMk id="38" creationId="{17796643-06DB-42E8-88E2-0164E518B3E0}"/>
          </ac:spMkLst>
        </pc:spChg>
        <pc:spChg chg="add del mod ord">
          <ac:chgData name="Ricardo Neves" userId="a2420d86-c959-463f-a209-2fea3ef854c2" providerId="ADAL" clId="{692F76F7-E4DB-47A8-94B8-25BEE6097610}" dt="2020-06-19T16:09:21.320" v="164" actId="478"/>
          <ac:spMkLst>
            <pc:docMk/>
            <pc:sldMk cId="161192686" sldId="263"/>
            <ac:spMk id="39" creationId="{B9DC1DF4-5CFE-4600-A0A3-6E1A261FDEB1}"/>
          </ac:spMkLst>
        </pc:spChg>
        <pc:spChg chg="add mod ord">
          <ac:chgData name="Ricardo Neves" userId="a2420d86-c959-463f-a209-2fea3ef854c2" providerId="ADAL" clId="{692F76F7-E4DB-47A8-94B8-25BEE6097610}" dt="2020-06-19T16:19:37.561" v="347"/>
          <ac:spMkLst>
            <pc:docMk/>
            <pc:sldMk cId="161192686" sldId="263"/>
            <ac:spMk id="41" creationId="{C3B9FAF2-DFE4-48D1-8B2D-E7F213D6DDF6}"/>
          </ac:spMkLst>
        </pc:spChg>
        <pc:picChg chg="add del mod modCrop">
          <ac:chgData name="Ricardo Neves" userId="a2420d86-c959-463f-a209-2fea3ef854c2" providerId="ADAL" clId="{692F76F7-E4DB-47A8-94B8-25BEE6097610}" dt="2020-06-19T16:12:34.956" v="304" actId="478"/>
          <ac:picMkLst>
            <pc:docMk/>
            <pc:sldMk cId="161192686" sldId="263"/>
            <ac:picMk id="19" creationId="{90C2EF83-9E32-4BF3-9ABA-71B30A210277}"/>
          </ac:picMkLst>
        </pc:picChg>
        <pc:picChg chg="add del mod">
          <ac:chgData name="Ricardo Neves" userId="a2420d86-c959-463f-a209-2fea3ef854c2" providerId="ADAL" clId="{692F76F7-E4DB-47A8-94B8-25BEE6097610}" dt="2020-06-19T16:09:17.264" v="161" actId="478"/>
          <ac:picMkLst>
            <pc:docMk/>
            <pc:sldMk cId="161192686" sldId="263"/>
            <ac:picMk id="28" creationId="{4A675B8B-7467-4EF5-9523-A32E8F3CE767}"/>
          </ac:picMkLst>
        </pc:picChg>
        <pc:picChg chg="add del mod">
          <ac:chgData name="Ricardo Neves" userId="a2420d86-c959-463f-a209-2fea3ef854c2" providerId="ADAL" clId="{692F76F7-E4DB-47A8-94B8-25BEE6097610}" dt="2020-06-19T16:09:18.698" v="163" actId="478"/>
          <ac:picMkLst>
            <pc:docMk/>
            <pc:sldMk cId="161192686" sldId="263"/>
            <ac:picMk id="29" creationId="{E949ADFD-B4D3-4A6C-AF4F-C2978C39857C}"/>
          </ac:picMkLst>
        </pc:picChg>
        <pc:picChg chg="ord">
          <ac:chgData name="Ricardo Neves" userId="a2420d86-c959-463f-a209-2fea3ef854c2" providerId="ADAL" clId="{692F76F7-E4DB-47A8-94B8-25BEE6097610}" dt="2020-06-19T12:04:38.731" v="103" actId="170"/>
          <ac:picMkLst>
            <pc:docMk/>
            <pc:sldMk cId="161192686" sldId="263"/>
            <ac:picMk id="30" creationId="{6096CC37-7FED-4049-8F71-E52B290CFCFE}"/>
          </ac:picMkLst>
        </pc:picChg>
        <pc:picChg chg="add del mod">
          <ac:chgData name="Ricardo Neves" userId="a2420d86-c959-463f-a209-2fea3ef854c2" providerId="ADAL" clId="{692F76F7-E4DB-47A8-94B8-25BEE6097610}" dt="2020-06-19T16:09:24.324" v="167" actId="478"/>
          <ac:picMkLst>
            <pc:docMk/>
            <pc:sldMk cId="161192686" sldId="263"/>
            <ac:picMk id="31" creationId="{2E600BC4-34AF-48F6-A173-D396F21F3122}"/>
          </ac:picMkLst>
        </pc:picChg>
        <pc:picChg chg="del">
          <ac:chgData name="Ricardo Neves" userId="a2420d86-c959-463f-a209-2fea3ef854c2" providerId="ADAL" clId="{692F76F7-E4DB-47A8-94B8-25BEE6097610}" dt="2020-06-19T16:09:23.890" v="166" actId="478"/>
          <ac:picMkLst>
            <pc:docMk/>
            <pc:sldMk cId="161192686" sldId="263"/>
            <ac:picMk id="34" creationId="{C51A98E8-E2D1-454D-A6EF-B09F6081A99F}"/>
          </ac:picMkLst>
        </pc:picChg>
        <pc:picChg chg="del">
          <ac:chgData name="Ricardo Neves" userId="a2420d86-c959-463f-a209-2fea3ef854c2" providerId="ADAL" clId="{692F76F7-E4DB-47A8-94B8-25BEE6097610}" dt="2020-06-19T16:09:18.018" v="162" actId="478"/>
          <ac:picMkLst>
            <pc:docMk/>
            <pc:sldMk cId="161192686" sldId="263"/>
            <ac:picMk id="40" creationId="{EDD11614-117A-4575-BECD-F2D3038E170E}"/>
          </ac:picMkLst>
        </pc:picChg>
        <pc:picChg chg="del">
          <ac:chgData name="Ricardo Neves" userId="a2420d86-c959-463f-a209-2fea3ef854c2" providerId="ADAL" clId="{692F76F7-E4DB-47A8-94B8-25BEE6097610}" dt="2020-06-19T16:09:25.588" v="169" actId="478"/>
          <ac:picMkLst>
            <pc:docMk/>
            <pc:sldMk cId="161192686" sldId="263"/>
            <ac:picMk id="42" creationId="{190D063A-FF9E-47DE-BB60-05F0E82DFED4}"/>
          </ac:picMkLst>
        </pc:picChg>
        <pc:picChg chg="del">
          <ac:chgData name="Ricardo Neves" userId="a2420d86-c959-463f-a209-2fea3ef854c2" providerId="ADAL" clId="{692F76F7-E4DB-47A8-94B8-25BEE6097610}" dt="2020-06-19T11:55:42.623" v="1" actId="478"/>
          <ac:picMkLst>
            <pc:docMk/>
            <pc:sldMk cId="161192686" sldId="263"/>
            <ac:picMk id="43" creationId="{22F8798F-E06A-49DB-923B-ED7B1C77EB01}"/>
          </ac:picMkLst>
        </pc:picChg>
        <pc:picChg chg="del">
          <ac:chgData name="Ricardo Neves" userId="a2420d86-c959-463f-a209-2fea3ef854c2" providerId="ADAL" clId="{692F76F7-E4DB-47A8-94B8-25BEE6097610}" dt="2020-06-19T11:55:42.623" v="1" actId="478"/>
          <ac:picMkLst>
            <pc:docMk/>
            <pc:sldMk cId="161192686" sldId="263"/>
            <ac:picMk id="44" creationId="{E04A3EA3-5D04-4F99-AA13-C657F4E1E84A}"/>
          </ac:picMkLst>
        </pc:picChg>
        <pc:picChg chg="del">
          <ac:chgData name="Ricardo Neves" userId="a2420d86-c959-463f-a209-2fea3ef854c2" providerId="ADAL" clId="{692F76F7-E4DB-47A8-94B8-25BEE6097610}" dt="2020-06-19T11:55:42.623" v="1" actId="478"/>
          <ac:picMkLst>
            <pc:docMk/>
            <pc:sldMk cId="161192686" sldId="263"/>
            <ac:picMk id="45" creationId="{B450DD58-62EC-43B0-B314-8ADAD7E953D6}"/>
          </ac:picMkLst>
        </pc:picChg>
      </pc:sldChg>
      <pc:sldChg chg="addSp delSp modSp del mod">
        <pc:chgData name="Ricardo Neves" userId="a2420d86-c959-463f-a209-2fea3ef854c2" providerId="ADAL" clId="{692F76F7-E4DB-47A8-94B8-25BEE6097610}" dt="2020-06-19T16:17:50.922" v="336" actId="47"/>
        <pc:sldMkLst>
          <pc:docMk/>
          <pc:sldMk cId="4191338763" sldId="264"/>
        </pc:sldMkLst>
        <pc:spChg chg="del">
          <ac:chgData name="Ricardo Neves" userId="a2420d86-c959-463f-a209-2fea3ef854c2" providerId="ADAL" clId="{692F76F7-E4DB-47A8-94B8-25BEE6097610}" dt="2020-06-19T12:05:07.294" v="106" actId="478"/>
          <ac:spMkLst>
            <pc:docMk/>
            <pc:sldMk cId="4191338763" sldId="264"/>
            <ac:spMk id="4" creationId="{3106C6AA-BA07-481B-91EF-BBA265255165}"/>
          </ac:spMkLst>
        </pc:spChg>
        <pc:spChg chg="del">
          <ac:chgData name="Ricardo Neves" userId="a2420d86-c959-463f-a209-2fea3ef854c2" providerId="ADAL" clId="{692F76F7-E4DB-47A8-94B8-25BEE6097610}" dt="2020-06-19T12:05:07.294" v="106" actId="478"/>
          <ac:spMkLst>
            <pc:docMk/>
            <pc:sldMk cId="4191338763" sldId="264"/>
            <ac:spMk id="7" creationId="{591FED34-0670-48D2-A363-9ECB25C41D8E}"/>
          </ac:spMkLst>
        </pc:spChg>
        <pc:spChg chg="del">
          <ac:chgData name="Ricardo Neves" userId="a2420d86-c959-463f-a209-2fea3ef854c2" providerId="ADAL" clId="{692F76F7-E4DB-47A8-94B8-25BEE6097610}" dt="2020-06-19T11:56:15.469" v="22" actId="478"/>
          <ac:spMkLst>
            <pc:docMk/>
            <pc:sldMk cId="4191338763" sldId="264"/>
            <ac:spMk id="12" creationId="{A57822E1-7115-4B6C-A64D-A92C1F9A7183}"/>
          </ac:spMkLst>
        </pc:spChg>
        <pc:spChg chg="del">
          <ac:chgData name="Ricardo Neves" userId="a2420d86-c959-463f-a209-2fea3ef854c2" providerId="ADAL" clId="{692F76F7-E4DB-47A8-94B8-25BEE6097610}" dt="2020-06-19T11:56:07.074" v="14" actId="478"/>
          <ac:spMkLst>
            <pc:docMk/>
            <pc:sldMk cId="4191338763" sldId="264"/>
            <ac:spMk id="13" creationId="{0C93C631-4844-4CB0-BB2A-23C696867EA8}"/>
          </ac:spMkLst>
        </pc:spChg>
        <pc:spChg chg="del">
          <ac:chgData name="Ricardo Neves" userId="a2420d86-c959-463f-a209-2fea3ef854c2" providerId="ADAL" clId="{692F76F7-E4DB-47A8-94B8-25BEE6097610}" dt="2020-06-19T11:56:16.374" v="23" actId="478"/>
          <ac:spMkLst>
            <pc:docMk/>
            <pc:sldMk cId="4191338763" sldId="264"/>
            <ac:spMk id="14" creationId="{72389830-CC93-41FE-B79A-E96F6AE86EF2}"/>
          </ac:spMkLst>
        </pc:spChg>
        <pc:spChg chg="del">
          <ac:chgData name="Ricardo Neves" userId="a2420d86-c959-463f-a209-2fea3ef854c2" providerId="ADAL" clId="{692F76F7-E4DB-47A8-94B8-25BEE6097610}" dt="2020-06-19T11:56:08.125" v="15" actId="478"/>
          <ac:spMkLst>
            <pc:docMk/>
            <pc:sldMk cId="4191338763" sldId="264"/>
            <ac:spMk id="15" creationId="{10835068-EBEA-459A-999A-8E014B1D85B4}"/>
          </ac:spMkLst>
        </pc:spChg>
        <pc:spChg chg="del">
          <ac:chgData name="Ricardo Neves" userId="a2420d86-c959-463f-a209-2fea3ef854c2" providerId="ADAL" clId="{692F76F7-E4DB-47A8-94B8-25BEE6097610}" dt="2020-06-19T11:56:09.305" v="16" actId="478"/>
          <ac:spMkLst>
            <pc:docMk/>
            <pc:sldMk cId="4191338763" sldId="264"/>
            <ac:spMk id="16" creationId="{53A0959A-33FA-4A28-8C24-81D3E8CB57DD}"/>
          </ac:spMkLst>
        </pc:spChg>
        <pc:spChg chg="del">
          <ac:chgData name="Ricardo Neves" userId="a2420d86-c959-463f-a209-2fea3ef854c2" providerId="ADAL" clId="{692F76F7-E4DB-47A8-94B8-25BEE6097610}" dt="2020-06-19T11:56:10.359" v="17" actId="478"/>
          <ac:spMkLst>
            <pc:docMk/>
            <pc:sldMk cId="4191338763" sldId="264"/>
            <ac:spMk id="17" creationId="{4CF7C9E9-16AD-4B0B-96AC-5CE5DDDA5DBC}"/>
          </ac:spMkLst>
        </pc:spChg>
        <pc:spChg chg="del">
          <ac:chgData name="Ricardo Neves" userId="a2420d86-c959-463f-a209-2fea3ef854c2" providerId="ADAL" clId="{692F76F7-E4DB-47A8-94B8-25BEE6097610}" dt="2020-06-19T11:56:12.345" v="19" actId="478"/>
          <ac:spMkLst>
            <pc:docMk/>
            <pc:sldMk cId="4191338763" sldId="264"/>
            <ac:spMk id="18" creationId="{E42DAEAE-329A-448F-9AC2-3E39199BDE27}"/>
          </ac:spMkLst>
        </pc:spChg>
        <pc:spChg chg="del">
          <ac:chgData name="Ricardo Neves" userId="a2420d86-c959-463f-a209-2fea3ef854c2" providerId="ADAL" clId="{692F76F7-E4DB-47A8-94B8-25BEE6097610}" dt="2020-06-19T11:56:14.701" v="21" actId="478"/>
          <ac:spMkLst>
            <pc:docMk/>
            <pc:sldMk cId="4191338763" sldId="264"/>
            <ac:spMk id="19" creationId="{959CD6C1-E28E-454C-910B-D37F20AE56E7}"/>
          </ac:spMkLst>
        </pc:spChg>
        <pc:spChg chg="del">
          <ac:chgData name="Ricardo Neves" userId="a2420d86-c959-463f-a209-2fea3ef854c2" providerId="ADAL" clId="{692F76F7-E4DB-47A8-94B8-25BEE6097610}" dt="2020-06-19T11:56:11.328" v="18" actId="478"/>
          <ac:spMkLst>
            <pc:docMk/>
            <pc:sldMk cId="4191338763" sldId="264"/>
            <ac:spMk id="20" creationId="{95CAF00D-404F-4CA4-B415-D01E0E8AEDF1}"/>
          </ac:spMkLst>
        </pc:spChg>
        <pc:spChg chg="del">
          <ac:chgData name="Ricardo Neves" userId="a2420d86-c959-463f-a209-2fea3ef854c2" providerId="ADAL" clId="{692F76F7-E4DB-47A8-94B8-25BEE6097610}" dt="2020-06-19T11:56:13.668" v="20" actId="478"/>
          <ac:spMkLst>
            <pc:docMk/>
            <pc:sldMk cId="4191338763" sldId="264"/>
            <ac:spMk id="21" creationId="{8CDA0072-D1A9-4677-BDF2-20E4F1831AE6}"/>
          </ac:spMkLst>
        </pc:spChg>
        <pc:spChg chg="del">
          <ac:chgData name="Ricardo Neves" userId="a2420d86-c959-463f-a209-2fea3ef854c2" providerId="ADAL" clId="{692F76F7-E4DB-47A8-94B8-25BEE6097610}" dt="2020-06-19T12:05:07.294" v="106" actId="478"/>
          <ac:spMkLst>
            <pc:docMk/>
            <pc:sldMk cId="4191338763" sldId="264"/>
            <ac:spMk id="25" creationId="{77765F54-D24C-4DC9-8CB3-23A7FD6C72EE}"/>
          </ac:spMkLst>
        </pc:spChg>
        <pc:spChg chg="del">
          <ac:chgData name="Ricardo Neves" userId="a2420d86-c959-463f-a209-2fea3ef854c2" providerId="ADAL" clId="{692F76F7-E4DB-47A8-94B8-25BEE6097610}" dt="2020-06-19T12:05:07.294" v="106" actId="478"/>
          <ac:spMkLst>
            <pc:docMk/>
            <pc:sldMk cId="4191338763" sldId="264"/>
            <ac:spMk id="26" creationId="{1CD96577-F868-4CD0-B0D4-1F4F10891256}"/>
          </ac:spMkLst>
        </pc:spChg>
        <pc:spChg chg="del">
          <ac:chgData name="Ricardo Neves" userId="a2420d86-c959-463f-a209-2fea3ef854c2" providerId="ADAL" clId="{692F76F7-E4DB-47A8-94B8-25BEE6097610}" dt="2020-06-19T12:05:07.294" v="106" actId="478"/>
          <ac:spMkLst>
            <pc:docMk/>
            <pc:sldMk cId="4191338763" sldId="264"/>
            <ac:spMk id="27" creationId="{2A630E78-4468-4803-A4F8-72AABE3C924F}"/>
          </ac:spMkLst>
        </pc:spChg>
        <pc:spChg chg="del">
          <ac:chgData name="Ricardo Neves" userId="a2420d86-c959-463f-a209-2fea3ef854c2" providerId="ADAL" clId="{692F76F7-E4DB-47A8-94B8-25BEE6097610}" dt="2020-06-19T12:05:07.294" v="106" actId="478"/>
          <ac:spMkLst>
            <pc:docMk/>
            <pc:sldMk cId="4191338763" sldId="264"/>
            <ac:spMk id="32" creationId="{7302A991-98E6-4C08-8B27-FCAFBCBCCFC5}"/>
          </ac:spMkLst>
        </pc:spChg>
        <pc:spChg chg="mod">
          <ac:chgData name="Ricardo Neves" userId="a2420d86-c959-463f-a209-2fea3ef854c2" providerId="ADAL" clId="{692F76F7-E4DB-47A8-94B8-25BEE6097610}" dt="2020-06-19T12:07:18.945" v="131" actId="207"/>
          <ac:spMkLst>
            <pc:docMk/>
            <pc:sldMk cId="4191338763" sldId="264"/>
            <ac:spMk id="33" creationId="{5BCA47C1-724C-4770-B074-D91989029D37}"/>
          </ac:spMkLst>
        </pc:spChg>
        <pc:spChg chg="add mod ord">
          <ac:chgData name="Ricardo Neves" userId="a2420d86-c959-463f-a209-2fea3ef854c2" providerId="ADAL" clId="{692F76F7-E4DB-47A8-94B8-25BEE6097610}" dt="2020-06-19T12:05:41.921" v="113" actId="1076"/>
          <ac:spMkLst>
            <pc:docMk/>
            <pc:sldMk cId="4191338763" sldId="264"/>
            <ac:spMk id="35" creationId="{78BF3AFC-F63E-4BCE-B1BB-45FE57726F55}"/>
          </ac:spMkLst>
        </pc:spChg>
        <pc:spChg chg="add mod ord">
          <ac:chgData name="Ricardo Neves" userId="a2420d86-c959-463f-a209-2fea3ef854c2" providerId="ADAL" clId="{692F76F7-E4DB-47A8-94B8-25BEE6097610}" dt="2020-06-19T12:05:11.511" v="108" actId="167"/>
          <ac:spMkLst>
            <pc:docMk/>
            <pc:sldMk cId="4191338763" sldId="264"/>
            <ac:spMk id="36" creationId="{7FF4C781-DD39-453E-B406-AE1AA199A0C1}"/>
          </ac:spMkLst>
        </pc:spChg>
        <pc:spChg chg="add mod ord">
          <ac:chgData name="Ricardo Neves" userId="a2420d86-c959-463f-a209-2fea3ef854c2" providerId="ADAL" clId="{692F76F7-E4DB-47A8-94B8-25BEE6097610}" dt="2020-06-19T12:05:11.511" v="108" actId="167"/>
          <ac:spMkLst>
            <pc:docMk/>
            <pc:sldMk cId="4191338763" sldId="264"/>
            <ac:spMk id="37" creationId="{4EBE035F-B42B-4590-BE82-4B21F84F0360}"/>
          </ac:spMkLst>
        </pc:spChg>
        <pc:spChg chg="add mod ord">
          <ac:chgData name="Ricardo Neves" userId="a2420d86-c959-463f-a209-2fea3ef854c2" providerId="ADAL" clId="{692F76F7-E4DB-47A8-94B8-25BEE6097610}" dt="2020-06-19T12:05:11.511" v="108" actId="167"/>
          <ac:spMkLst>
            <pc:docMk/>
            <pc:sldMk cId="4191338763" sldId="264"/>
            <ac:spMk id="38" creationId="{FF00D976-C19F-45A6-BCB0-43E2086CD1BF}"/>
          </ac:spMkLst>
        </pc:spChg>
        <pc:spChg chg="add mod ord">
          <ac:chgData name="Ricardo Neves" userId="a2420d86-c959-463f-a209-2fea3ef854c2" providerId="ADAL" clId="{692F76F7-E4DB-47A8-94B8-25BEE6097610}" dt="2020-06-19T12:05:11.511" v="108" actId="167"/>
          <ac:spMkLst>
            <pc:docMk/>
            <pc:sldMk cId="4191338763" sldId="264"/>
            <ac:spMk id="39" creationId="{67AF9F95-8873-4D7F-B1E8-B531B195E91A}"/>
          </ac:spMkLst>
        </pc:spChg>
        <pc:spChg chg="add mod ord">
          <ac:chgData name="Ricardo Neves" userId="a2420d86-c959-463f-a209-2fea3ef854c2" providerId="ADAL" clId="{692F76F7-E4DB-47A8-94B8-25BEE6097610}" dt="2020-06-19T12:05:11.511" v="108" actId="167"/>
          <ac:spMkLst>
            <pc:docMk/>
            <pc:sldMk cId="4191338763" sldId="264"/>
            <ac:spMk id="41" creationId="{A2768143-B260-46AF-8889-C3C3BF955ABE}"/>
          </ac:spMkLst>
        </pc:spChg>
        <pc:picChg chg="add mod">
          <ac:chgData name="Ricardo Neves" userId="a2420d86-c959-463f-a209-2fea3ef854c2" providerId="ADAL" clId="{692F76F7-E4DB-47A8-94B8-25BEE6097610}" dt="2020-06-19T11:56:03.900" v="13"/>
          <ac:picMkLst>
            <pc:docMk/>
            <pc:sldMk cId="4191338763" sldId="264"/>
            <ac:picMk id="28" creationId="{4822A4F6-7372-4A67-8DDE-445201BF14C4}"/>
          </ac:picMkLst>
        </pc:picChg>
        <pc:picChg chg="add mod">
          <ac:chgData name="Ricardo Neves" userId="a2420d86-c959-463f-a209-2fea3ef854c2" providerId="ADAL" clId="{692F76F7-E4DB-47A8-94B8-25BEE6097610}" dt="2020-06-19T11:56:03.900" v="13"/>
          <ac:picMkLst>
            <pc:docMk/>
            <pc:sldMk cId="4191338763" sldId="264"/>
            <ac:picMk id="29" creationId="{72D5CF7E-84FE-45BC-B1AF-F2CE31A4B290}"/>
          </ac:picMkLst>
        </pc:picChg>
        <pc:picChg chg="ord">
          <ac:chgData name="Ricardo Neves" userId="a2420d86-c959-463f-a209-2fea3ef854c2" providerId="ADAL" clId="{692F76F7-E4DB-47A8-94B8-25BEE6097610}" dt="2020-06-19T12:05:38.191" v="112" actId="170"/>
          <ac:picMkLst>
            <pc:docMk/>
            <pc:sldMk cId="4191338763" sldId="264"/>
            <ac:picMk id="30" creationId="{6096CC37-7FED-4049-8F71-E52B290CFCFE}"/>
          </ac:picMkLst>
        </pc:picChg>
        <pc:picChg chg="add mod">
          <ac:chgData name="Ricardo Neves" userId="a2420d86-c959-463f-a209-2fea3ef854c2" providerId="ADAL" clId="{692F76F7-E4DB-47A8-94B8-25BEE6097610}" dt="2020-06-19T11:56:03.900" v="13"/>
          <ac:picMkLst>
            <pc:docMk/>
            <pc:sldMk cId="4191338763" sldId="264"/>
            <ac:picMk id="31" creationId="{28DE0616-F6B1-4ED9-A71B-0E96176EB997}"/>
          </ac:picMkLst>
        </pc:picChg>
        <pc:picChg chg="del">
          <ac:chgData name="Ricardo Neves" userId="a2420d86-c959-463f-a209-2fea3ef854c2" providerId="ADAL" clId="{692F76F7-E4DB-47A8-94B8-25BEE6097610}" dt="2020-06-19T11:56:02.612" v="12" actId="478"/>
          <ac:picMkLst>
            <pc:docMk/>
            <pc:sldMk cId="4191338763" sldId="264"/>
            <ac:picMk id="43" creationId="{22F8798F-E06A-49DB-923B-ED7B1C77EB01}"/>
          </ac:picMkLst>
        </pc:picChg>
        <pc:picChg chg="del">
          <ac:chgData name="Ricardo Neves" userId="a2420d86-c959-463f-a209-2fea3ef854c2" providerId="ADAL" clId="{692F76F7-E4DB-47A8-94B8-25BEE6097610}" dt="2020-06-19T11:56:02.612" v="12" actId="478"/>
          <ac:picMkLst>
            <pc:docMk/>
            <pc:sldMk cId="4191338763" sldId="264"/>
            <ac:picMk id="44" creationId="{E04A3EA3-5D04-4F99-AA13-C657F4E1E84A}"/>
          </ac:picMkLst>
        </pc:picChg>
        <pc:picChg chg="del">
          <ac:chgData name="Ricardo Neves" userId="a2420d86-c959-463f-a209-2fea3ef854c2" providerId="ADAL" clId="{692F76F7-E4DB-47A8-94B8-25BEE6097610}" dt="2020-06-19T11:56:02.612" v="12" actId="478"/>
          <ac:picMkLst>
            <pc:docMk/>
            <pc:sldMk cId="4191338763" sldId="264"/>
            <ac:picMk id="45" creationId="{B450DD58-62EC-43B0-B314-8ADAD7E953D6}"/>
          </ac:picMkLst>
        </pc:picChg>
      </pc:sldChg>
      <pc:sldChg chg="addSp delSp modSp del mod">
        <pc:chgData name="Ricardo Neves" userId="a2420d86-c959-463f-a209-2fea3ef854c2" providerId="ADAL" clId="{692F76F7-E4DB-47A8-94B8-25BEE6097610}" dt="2020-06-19T16:18:22.332" v="342" actId="47"/>
        <pc:sldMkLst>
          <pc:docMk/>
          <pc:sldMk cId="2972607910" sldId="265"/>
        </pc:sldMkLst>
        <pc:spChg chg="del">
          <ac:chgData name="Ricardo Neves" userId="a2420d86-c959-463f-a209-2fea3ef854c2" providerId="ADAL" clId="{692F76F7-E4DB-47A8-94B8-25BEE6097610}" dt="2020-06-19T12:05:50.736" v="114" actId="478"/>
          <ac:spMkLst>
            <pc:docMk/>
            <pc:sldMk cId="2972607910" sldId="265"/>
            <ac:spMk id="4" creationId="{3106C6AA-BA07-481B-91EF-BBA265255165}"/>
          </ac:spMkLst>
        </pc:spChg>
        <pc:spChg chg="del">
          <ac:chgData name="Ricardo Neves" userId="a2420d86-c959-463f-a209-2fea3ef854c2" providerId="ADAL" clId="{692F76F7-E4DB-47A8-94B8-25BEE6097610}" dt="2020-06-19T12:05:50.736" v="114" actId="478"/>
          <ac:spMkLst>
            <pc:docMk/>
            <pc:sldMk cId="2972607910" sldId="265"/>
            <ac:spMk id="7" creationId="{591FED34-0670-48D2-A363-9ECB25C41D8E}"/>
          </ac:spMkLst>
        </pc:spChg>
        <pc:spChg chg="del">
          <ac:chgData name="Ricardo Neves" userId="a2420d86-c959-463f-a209-2fea3ef854c2" providerId="ADAL" clId="{692F76F7-E4DB-47A8-94B8-25BEE6097610}" dt="2020-06-19T11:56:27.972" v="30" actId="478"/>
          <ac:spMkLst>
            <pc:docMk/>
            <pc:sldMk cId="2972607910" sldId="265"/>
            <ac:spMk id="12" creationId="{A57822E1-7115-4B6C-A64D-A92C1F9A7183}"/>
          </ac:spMkLst>
        </pc:spChg>
        <pc:spChg chg="del">
          <ac:chgData name="Ricardo Neves" userId="a2420d86-c959-463f-a209-2fea3ef854c2" providerId="ADAL" clId="{692F76F7-E4DB-47A8-94B8-25BEE6097610}" dt="2020-06-19T11:56:26.856" v="29" actId="478"/>
          <ac:spMkLst>
            <pc:docMk/>
            <pc:sldMk cId="2972607910" sldId="265"/>
            <ac:spMk id="13" creationId="{0C93C631-4844-4CB0-BB2A-23C696867EA8}"/>
          </ac:spMkLst>
        </pc:spChg>
        <pc:spChg chg="del">
          <ac:chgData name="Ricardo Neves" userId="a2420d86-c959-463f-a209-2fea3ef854c2" providerId="ADAL" clId="{692F76F7-E4DB-47A8-94B8-25BEE6097610}" dt="2020-06-19T11:56:33.803" v="35" actId="478"/>
          <ac:spMkLst>
            <pc:docMk/>
            <pc:sldMk cId="2972607910" sldId="265"/>
            <ac:spMk id="14" creationId="{72389830-CC93-41FE-B79A-E96F6AE86EF2}"/>
          </ac:spMkLst>
        </pc:spChg>
        <pc:spChg chg="del">
          <ac:chgData name="Ricardo Neves" userId="a2420d86-c959-463f-a209-2fea3ef854c2" providerId="ADAL" clId="{692F76F7-E4DB-47A8-94B8-25BEE6097610}" dt="2020-06-19T11:56:26.043" v="28" actId="478"/>
          <ac:spMkLst>
            <pc:docMk/>
            <pc:sldMk cId="2972607910" sldId="265"/>
            <ac:spMk id="15" creationId="{10835068-EBEA-459A-999A-8E014B1D85B4}"/>
          </ac:spMkLst>
        </pc:spChg>
        <pc:spChg chg="del">
          <ac:chgData name="Ricardo Neves" userId="a2420d86-c959-463f-a209-2fea3ef854c2" providerId="ADAL" clId="{692F76F7-E4DB-47A8-94B8-25BEE6097610}" dt="2020-06-19T11:56:25.034" v="27" actId="478"/>
          <ac:spMkLst>
            <pc:docMk/>
            <pc:sldMk cId="2972607910" sldId="265"/>
            <ac:spMk id="16" creationId="{53A0959A-33FA-4A28-8C24-81D3E8CB57DD}"/>
          </ac:spMkLst>
        </pc:spChg>
        <pc:spChg chg="del">
          <ac:chgData name="Ricardo Neves" userId="a2420d86-c959-463f-a209-2fea3ef854c2" providerId="ADAL" clId="{692F76F7-E4DB-47A8-94B8-25BEE6097610}" dt="2020-06-19T11:56:24.037" v="26" actId="478"/>
          <ac:spMkLst>
            <pc:docMk/>
            <pc:sldMk cId="2972607910" sldId="265"/>
            <ac:spMk id="17" creationId="{4CF7C9E9-16AD-4B0B-96AC-5CE5DDDA5DBC}"/>
          </ac:spMkLst>
        </pc:spChg>
        <pc:spChg chg="del">
          <ac:chgData name="Ricardo Neves" userId="a2420d86-c959-463f-a209-2fea3ef854c2" providerId="ADAL" clId="{692F76F7-E4DB-47A8-94B8-25BEE6097610}" dt="2020-06-19T11:56:31.345" v="33" actId="478"/>
          <ac:spMkLst>
            <pc:docMk/>
            <pc:sldMk cId="2972607910" sldId="265"/>
            <ac:spMk id="18" creationId="{E42DAEAE-329A-448F-9AC2-3E39199BDE27}"/>
          </ac:spMkLst>
        </pc:spChg>
        <pc:spChg chg="del">
          <ac:chgData name="Ricardo Neves" userId="a2420d86-c959-463f-a209-2fea3ef854c2" providerId="ADAL" clId="{692F76F7-E4DB-47A8-94B8-25BEE6097610}" dt="2020-06-19T11:56:32.822" v="34" actId="478"/>
          <ac:spMkLst>
            <pc:docMk/>
            <pc:sldMk cId="2972607910" sldId="265"/>
            <ac:spMk id="19" creationId="{959CD6C1-E28E-454C-910B-D37F20AE56E7}"/>
          </ac:spMkLst>
        </pc:spChg>
        <pc:spChg chg="del">
          <ac:chgData name="Ricardo Neves" userId="a2420d86-c959-463f-a209-2fea3ef854c2" providerId="ADAL" clId="{692F76F7-E4DB-47A8-94B8-25BEE6097610}" dt="2020-06-19T11:56:30.322" v="32" actId="478"/>
          <ac:spMkLst>
            <pc:docMk/>
            <pc:sldMk cId="2972607910" sldId="265"/>
            <ac:spMk id="20" creationId="{95CAF00D-404F-4CA4-B415-D01E0E8AEDF1}"/>
          </ac:spMkLst>
        </pc:spChg>
        <pc:spChg chg="del">
          <ac:chgData name="Ricardo Neves" userId="a2420d86-c959-463f-a209-2fea3ef854c2" providerId="ADAL" clId="{692F76F7-E4DB-47A8-94B8-25BEE6097610}" dt="2020-06-19T11:56:29.063" v="31" actId="478"/>
          <ac:spMkLst>
            <pc:docMk/>
            <pc:sldMk cId="2972607910" sldId="265"/>
            <ac:spMk id="21" creationId="{8CDA0072-D1A9-4677-BDF2-20E4F1831AE6}"/>
          </ac:spMkLst>
        </pc:spChg>
        <pc:spChg chg="del">
          <ac:chgData name="Ricardo Neves" userId="a2420d86-c959-463f-a209-2fea3ef854c2" providerId="ADAL" clId="{692F76F7-E4DB-47A8-94B8-25BEE6097610}" dt="2020-06-19T12:05:50.736" v="114" actId="478"/>
          <ac:spMkLst>
            <pc:docMk/>
            <pc:sldMk cId="2972607910" sldId="265"/>
            <ac:spMk id="25" creationId="{77765F54-D24C-4DC9-8CB3-23A7FD6C72EE}"/>
          </ac:spMkLst>
        </pc:spChg>
        <pc:spChg chg="del">
          <ac:chgData name="Ricardo Neves" userId="a2420d86-c959-463f-a209-2fea3ef854c2" providerId="ADAL" clId="{692F76F7-E4DB-47A8-94B8-25BEE6097610}" dt="2020-06-19T12:05:50.736" v="114" actId="478"/>
          <ac:spMkLst>
            <pc:docMk/>
            <pc:sldMk cId="2972607910" sldId="265"/>
            <ac:spMk id="26" creationId="{1CD96577-F868-4CD0-B0D4-1F4F10891256}"/>
          </ac:spMkLst>
        </pc:spChg>
        <pc:spChg chg="del">
          <ac:chgData name="Ricardo Neves" userId="a2420d86-c959-463f-a209-2fea3ef854c2" providerId="ADAL" clId="{692F76F7-E4DB-47A8-94B8-25BEE6097610}" dt="2020-06-19T12:05:50.736" v="114" actId="478"/>
          <ac:spMkLst>
            <pc:docMk/>
            <pc:sldMk cId="2972607910" sldId="265"/>
            <ac:spMk id="27" creationId="{2A630E78-4468-4803-A4F8-72AABE3C924F}"/>
          </ac:spMkLst>
        </pc:spChg>
        <pc:spChg chg="del">
          <ac:chgData name="Ricardo Neves" userId="a2420d86-c959-463f-a209-2fea3ef854c2" providerId="ADAL" clId="{692F76F7-E4DB-47A8-94B8-25BEE6097610}" dt="2020-06-19T12:05:50.736" v="114" actId="478"/>
          <ac:spMkLst>
            <pc:docMk/>
            <pc:sldMk cId="2972607910" sldId="265"/>
            <ac:spMk id="32" creationId="{7302A991-98E6-4C08-8B27-FCAFBCBCCFC5}"/>
          </ac:spMkLst>
        </pc:spChg>
        <pc:spChg chg="mod">
          <ac:chgData name="Ricardo Neves" userId="a2420d86-c959-463f-a209-2fea3ef854c2" providerId="ADAL" clId="{692F76F7-E4DB-47A8-94B8-25BEE6097610}" dt="2020-06-19T12:07:27.284" v="133" actId="207"/>
          <ac:spMkLst>
            <pc:docMk/>
            <pc:sldMk cId="2972607910" sldId="265"/>
            <ac:spMk id="33" creationId="{7FBD26DC-B033-4348-AD64-B9D0168B6FB2}"/>
          </ac:spMkLst>
        </pc:spChg>
        <pc:spChg chg="add mod ord">
          <ac:chgData name="Ricardo Neves" userId="a2420d86-c959-463f-a209-2fea3ef854c2" providerId="ADAL" clId="{692F76F7-E4DB-47A8-94B8-25BEE6097610}" dt="2020-06-19T12:06:09.016" v="120" actId="1076"/>
          <ac:spMkLst>
            <pc:docMk/>
            <pc:sldMk cId="2972607910" sldId="265"/>
            <ac:spMk id="35" creationId="{9BF2DD9F-7EE2-47D9-9755-DCF02EFEA871}"/>
          </ac:spMkLst>
        </pc:spChg>
        <pc:spChg chg="add mod ord">
          <ac:chgData name="Ricardo Neves" userId="a2420d86-c959-463f-a209-2fea3ef854c2" providerId="ADAL" clId="{692F76F7-E4DB-47A8-94B8-25BEE6097610}" dt="2020-06-19T12:05:54.951" v="116" actId="167"/>
          <ac:spMkLst>
            <pc:docMk/>
            <pc:sldMk cId="2972607910" sldId="265"/>
            <ac:spMk id="36" creationId="{E6852DC0-BC14-42A9-B9EB-DEC4C44ACB72}"/>
          </ac:spMkLst>
        </pc:spChg>
        <pc:spChg chg="add mod ord">
          <ac:chgData name="Ricardo Neves" userId="a2420d86-c959-463f-a209-2fea3ef854c2" providerId="ADAL" clId="{692F76F7-E4DB-47A8-94B8-25BEE6097610}" dt="2020-06-19T12:05:54.951" v="116" actId="167"/>
          <ac:spMkLst>
            <pc:docMk/>
            <pc:sldMk cId="2972607910" sldId="265"/>
            <ac:spMk id="37" creationId="{D451DE79-3CF1-4EC7-BF83-D7512E46D2E5}"/>
          </ac:spMkLst>
        </pc:spChg>
        <pc:spChg chg="add mod ord">
          <ac:chgData name="Ricardo Neves" userId="a2420d86-c959-463f-a209-2fea3ef854c2" providerId="ADAL" clId="{692F76F7-E4DB-47A8-94B8-25BEE6097610}" dt="2020-06-19T12:05:54.951" v="116" actId="167"/>
          <ac:spMkLst>
            <pc:docMk/>
            <pc:sldMk cId="2972607910" sldId="265"/>
            <ac:spMk id="38" creationId="{12C9AC5A-4CCB-4AF5-93B8-77EA3D059F52}"/>
          </ac:spMkLst>
        </pc:spChg>
        <pc:spChg chg="add mod ord">
          <ac:chgData name="Ricardo Neves" userId="a2420d86-c959-463f-a209-2fea3ef854c2" providerId="ADAL" clId="{692F76F7-E4DB-47A8-94B8-25BEE6097610}" dt="2020-06-19T12:05:54.951" v="116" actId="167"/>
          <ac:spMkLst>
            <pc:docMk/>
            <pc:sldMk cId="2972607910" sldId="265"/>
            <ac:spMk id="39" creationId="{407CC612-4F80-4188-B9CC-EAED4E2CFAA2}"/>
          </ac:spMkLst>
        </pc:spChg>
        <pc:spChg chg="add mod ord">
          <ac:chgData name="Ricardo Neves" userId="a2420d86-c959-463f-a209-2fea3ef854c2" providerId="ADAL" clId="{692F76F7-E4DB-47A8-94B8-25BEE6097610}" dt="2020-06-19T12:05:54.951" v="116" actId="167"/>
          <ac:spMkLst>
            <pc:docMk/>
            <pc:sldMk cId="2972607910" sldId="265"/>
            <ac:spMk id="41" creationId="{677E779F-8E0D-4925-BAFC-24D62B3DCDDD}"/>
          </ac:spMkLst>
        </pc:spChg>
        <pc:picChg chg="add mod">
          <ac:chgData name="Ricardo Neves" userId="a2420d86-c959-463f-a209-2fea3ef854c2" providerId="ADAL" clId="{692F76F7-E4DB-47A8-94B8-25BEE6097610}" dt="2020-06-19T11:56:21.366" v="25"/>
          <ac:picMkLst>
            <pc:docMk/>
            <pc:sldMk cId="2972607910" sldId="265"/>
            <ac:picMk id="28" creationId="{3A08AD3E-BBC2-4382-946B-875EC7B5BB39}"/>
          </ac:picMkLst>
        </pc:picChg>
        <pc:picChg chg="add mod">
          <ac:chgData name="Ricardo Neves" userId="a2420d86-c959-463f-a209-2fea3ef854c2" providerId="ADAL" clId="{692F76F7-E4DB-47A8-94B8-25BEE6097610}" dt="2020-06-19T11:56:21.366" v="25"/>
          <ac:picMkLst>
            <pc:docMk/>
            <pc:sldMk cId="2972607910" sldId="265"/>
            <ac:picMk id="29" creationId="{2AB7A020-2A5F-4CA5-9547-6A07DBF56581}"/>
          </ac:picMkLst>
        </pc:picChg>
        <pc:picChg chg="ord">
          <ac:chgData name="Ricardo Neves" userId="a2420d86-c959-463f-a209-2fea3ef854c2" providerId="ADAL" clId="{692F76F7-E4DB-47A8-94B8-25BEE6097610}" dt="2020-06-19T12:06:06.794" v="119" actId="170"/>
          <ac:picMkLst>
            <pc:docMk/>
            <pc:sldMk cId="2972607910" sldId="265"/>
            <ac:picMk id="30" creationId="{6096CC37-7FED-4049-8F71-E52B290CFCFE}"/>
          </ac:picMkLst>
        </pc:picChg>
        <pc:picChg chg="add mod">
          <ac:chgData name="Ricardo Neves" userId="a2420d86-c959-463f-a209-2fea3ef854c2" providerId="ADAL" clId="{692F76F7-E4DB-47A8-94B8-25BEE6097610}" dt="2020-06-19T11:56:21.366" v="25"/>
          <ac:picMkLst>
            <pc:docMk/>
            <pc:sldMk cId="2972607910" sldId="265"/>
            <ac:picMk id="31" creationId="{DC7EDC58-F7A6-46CB-A456-2B2DFA02889C}"/>
          </ac:picMkLst>
        </pc:picChg>
        <pc:picChg chg="del">
          <ac:chgData name="Ricardo Neves" userId="a2420d86-c959-463f-a209-2fea3ef854c2" providerId="ADAL" clId="{692F76F7-E4DB-47A8-94B8-25BEE6097610}" dt="2020-06-19T11:56:21.088" v="24" actId="478"/>
          <ac:picMkLst>
            <pc:docMk/>
            <pc:sldMk cId="2972607910" sldId="265"/>
            <ac:picMk id="43" creationId="{22F8798F-E06A-49DB-923B-ED7B1C77EB01}"/>
          </ac:picMkLst>
        </pc:picChg>
        <pc:picChg chg="del">
          <ac:chgData name="Ricardo Neves" userId="a2420d86-c959-463f-a209-2fea3ef854c2" providerId="ADAL" clId="{692F76F7-E4DB-47A8-94B8-25BEE6097610}" dt="2020-06-19T11:56:21.088" v="24" actId="478"/>
          <ac:picMkLst>
            <pc:docMk/>
            <pc:sldMk cId="2972607910" sldId="265"/>
            <ac:picMk id="44" creationId="{E04A3EA3-5D04-4F99-AA13-C657F4E1E84A}"/>
          </ac:picMkLst>
        </pc:picChg>
        <pc:picChg chg="del">
          <ac:chgData name="Ricardo Neves" userId="a2420d86-c959-463f-a209-2fea3ef854c2" providerId="ADAL" clId="{692F76F7-E4DB-47A8-94B8-25BEE6097610}" dt="2020-06-19T11:56:21.088" v="24" actId="478"/>
          <ac:picMkLst>
            <pc:docMk/>
            <pc:sldMk cId="2972607910" sldId="265"/>
            <ac:picMk id="45" creationId="{B450DD58-62EC-43B0-B314-8ADAD7E953D6}"/>
          </ac:picMkLst>
        </pc:picChg>
      </pc:sldChg>
      <pc:sldChg chg="addSp delSp modSp del mod">
        <pc:chgData name="Ricardo Neves" userId="a2420d86-c959-463f-a209-2fea3ef854c2" providerId="ADAL" clId="{692F76F7-E4DB-47A8-94B8-25BEE6097610}" dt="2020-06-19T16:18:23.100" v="343" actId="47"/>
        <pc:sldMkLst>
          <pc:docMk/>
          <pc:sldMk cId="1533287446" sldId="266"/>
        </pc:sldMkLst>
        <pc:spChg chg="del">
          <ac:chgData name="Ricardo Neves" userId="a2420d86-c959-463f-a209-2fea3ef854c2" providerId="ADAL" clId="{692F76F7-E4DB-47A8-94B8-25BEE6097610}" dt="2020-06-19T12:06:18.450" v="121" actId="478"/>
          <ac:spMkLst>
            <pc:docMk/>
            <pc:sldMk cId="1533287446" sldId="266"/>
            <ac:spMk id="4" creationId="{3106C6AA-BA07-481B-91EF-BBA265255165}"/>
          </ac:spMkLst>
        </pc:spChg>
        <pc:spChg chg="del">
          <ac:chgData name="Ricardo Neves" userId="a2420d86-c959-463f-a209-2fea3ef854c2" providerId="ADAL" clId="{692F76F7-E4DB-47A8-94B8-25BEE6097610}" dt="2020-06-19T12:06:18.450" v="121" actId="478"/>
          <ac:spMkLst>
            <pc:docMk/>
            <pc:sldMk cId="1533287446" sldId="266"/>
            <ac:spMk id="7" creationId="{591FED34-0670-48D2-A363-9ECB25C41D8E}"/>
          </ac:spMkLst>
        </pc:spChg>
        <pc:spChg chg="del">
          <ac:chgData name="Ricardo Neves" userId="a2420d86-c959-463f-a209-2fea3ef854c2" providerId="ADAL" clId="{692F76F7-E4DB-47A8-94B8-25BEE6097610}" dt="2020-06-19T11:56:51.782" v="46" actId="478"/>
          <ac:spMkLst>
            <pc:docMk/>
            <pc:sldMk cId="1533287446" sldId="266"/>
            <ac:spMk id="12" creationId="{A57822E1-7115-4B6C-A64D-A92C1F9A7183}"/>
          </ac:spMkLst>
        </pc:spChg>
        <pc:spChg chg="del">
          <ac:chgData name="Ricardo Neves" userId="a2420d86-c959-463f-a209-2fea3ef854c2" providerId="ADAL" clId="{692F76F7-E4DB-47A8-94B8-25BEE6097610}" dt="2020-06-19T11:56:42.387" v="38" actId="478"/>
          <ac:spMkLst>
            <pc:docMk/>
            <pc:sldMk cId="1533287446" sldId="266"/>
            <ac:spMk id="13" creationId="{0C93C631-4844-4CB0-BB2A-23C696867EA8}"/>
          </ac:spMkLst>
        </pc:spChg>
        <pc:spChg chg="del">
          <ac:chgData name="Ricardo Neves" userId="a2420d86-c959-463f-a209-2fea3ef854c2" providerId="ADAL" clId="{692F76F7-E4DB-47A8-94B8-25BEE6097610}" dt="2020-06-19T11:56:52.987" v="47" actId="478"/>
          <ac:spMkLst>
            <pc:docMk/>
            <pc:sldMk cId="1533287446" sldId="266"/>
            <ac:spMk id="14" creationId="{72389830-CC93-41FE-B79A-E96F6AE86EF2}"/>
          </ac:spMkLst>
        </pc:spChg>
        <pc:spChg chg="del">
          <ac:chgData name="Ricardo Neves" userId="a2420d86-c959-463f-a209-2fea3ef854c2" providerId="ADAL" clId="{692F76F7-E4DB-47A8-94B8-25BEE6097610}" dt="2020-06-19T11:56:43.365" v="39" actId="478"/>
          <ac:spMkLst>
            <pc:docMk/>
            <pc:sldMk cId="1533287446" sldId="266"/>
            <ac:spMk id="15" creationId="{10835068-EBEA-459A-999A-8E014B1D85B4}"/>
          </ac:spMkLst>
        </pc:spChg>
        <pc:spChg chg="del">
          <ac:chgData name="Ricardo Neves" userId="a2420d86-c959-463f-a209-2fea3ef854c2" providerId="ADAL" clId="{692F76F7-E4DB-47A8-94B8-25BEE6097610}" dt="2020-06-19T11:56:44.815" v="40" actId="478"/>
          <ac:spMkLst>
            <pc:docMk/>
            <pc:sldMk cId="1533287446" sldId="266"/>
            <ac:spMk id="16" creationId="{53A0959A-33FA-4A28-8C24-81D3E8CB57DD}"/>
          </ac:spMkLst>
        </pc:spChg>
        <pc:spChg chg="del">
          <ac:chgData name="Ricardo Neves" userId="a2420d86-c959-463f-a209-2fea3ef854c2" providerId="ADAL" clId="{692F76F7-E4DB-47A8-94B8-25BEE6097610}" dt="2020-06-19T11:56:45.813" v="41" actId="478"/>
          <ac:spMkLst>
            <pc:docMk/>
            <pc:sldMk cId="1533287446" sldId="266"/>
            <ac:spMk id="17" creationId="{4CF7C9E9-16AD-4B0B-96AC-5CE5DDDA5DBC}"/>
          </ac:spMkLst>
        </pc:spChg>
        <pc:spChg chg="del">
          <ac:chgData name="Ricardo Neves" userId="a2420d86-c959-463f-a209-2fea3ef854c2" providerId="ADAL" clId="{692F76F7-E4DB-47A8-94B8-25BEE6097610}" dt="2020-06-19T11:56:48" v="43" actId="478"/>
          <ac:spMkLst>
            <pc:docMk/>
            <pc:sldMk cId="1533287446" sldId="266"/>
            <ac:spMk id="18" creationId="{E42DAEAE-329A-448F-9AC2-3E39199BDE27}"/>
          </ac:spMkLst>
        </pc:spChg>
        <pc:spChg chg="del">
          <ac:chgData name="Ricardo Neves" userId="a2420d86-c959-463f-a209-2fea3ef854c2" providerId="ADAL" clId="{692F76F7-E4DB-47A8-94B8-25BEE6097610}" dt="2020-06-19T11:56:50.113" v="45" actId="478"/>
          <ac:spMkLst>
            <pc:docMk/>
            <pc:sldMk cId="1533287446" sldId="266"/>
            <ac:spMk id="19" creationId="{959CD6C1-E28E-454C-910B-D37F20AE56E7}"/>
          </ac:spMkLst>
        </pc:spChg>
        <pc:spChg chg="del">
          <ac:chgData name="Ricardo Neves" userId="a2420d86-c959-463f-a209-2fea3ef854c2" providerId="ADAL" clId="{692F76F7-E4DB-47A8-94B8-25BEE6097610}" dt="2020-06-19T11:56:46.786" v="42" actId="478"/>
          <ac:spMkLst>
            <pc:docMk/>
            <pc:sldMk cId="1533287446" sldId="266"/>
            <ac:spMk id="20" creationId="{95CAF00D-404F-4CA4-B415-D01E0E8AEDF1}"/>
          </ac:spMkLst>
        </pc:spChg>
        <pc:spChg chg="del">
          <ac:chgData name="Ricardo Neves" userId="a2420d86-c959-463f-a209-2fea3ef854c2" providerId="ADAL" clId="{692F76F7-E4DB-47A8-94B8-25BEE6097610}" dt="2020-06-19T11:56:49.215" v="44" actId="478"/>
          <ac:spMkLst>
            <pc:docMk/>
            <pc:sldMk cId="1533287446" sldId="266"/>
            <ac:spMk id="21" creationId="{8CDA0072-D1A9-4677-BDF2-20E4F1831AE6}"/>
          </ac:spMkLst>
        </pc:spChg>
        <pc:spChg chg="del">
          <ac:chgData name="Ricardo Neves" userId="a2420d86-c959-463f-a209-2fea3ef854c2" providerId="ADAL" clId="{692F76F7-E4DB-47A8-94B8-25BEE6097610}" dt="2020-06-19T12:06:18.450" v="121" actId="478"/>
          <ac:spMkLst>
            <pc:docMk/>
            <pc:sldMk cId="1533287446" sldId="266"/>
            <ac:spMk id="25" creationId="{77765F54-D24C-4DC9-8CB3-23A7FD6C72EE}"/>
          </ac:spMkLst>
        </pc:spChg>
        <pc:spChg chg="del">
          <ac:chgData name="Ricardo Neves" userId="a2420d86-c959-463f-a209-2fea3ef854c2" providerId="ADAL" clId="{692F76F7-E4DB-47A8-94B8-25BEE6097610}" dt="2020-06-19T12:06:18.450" v="121" actId="478"/>
          <ac:spMkLst>
            <pc:docMk/>
            <pc:sldMk cId="1533287446" sldId="266"/>
            <ac:spMk id="26" creationId="{1CD96577-F868-4CD0-B0D4-1F4F10891256}"/>
          </ac:spMkLst>
        </pc:spChg>
        <pc:spChg chg="del">
          <ac:chgData name="Ricardo Neves" userId="a2420d86-c959-463f-a209-2fea3ef854c2" providerId="ADAL" clId="{692F76F7-E4DB-47A8-94B8-25BEE6097610}" dt="2020-06-19T12:06:18.450" v="121" actId="478"/>
          <ac:spMkLst>
            <pc:docMk/>
            <pc:sldMk cId="1533287446" sldId="266"/>
            <ac:spMk id="27" creationId="{2A630E78-4468-4803-A4F8-72AABE3C924F}"/>
          </ac:spMkLst>
        </pc:spChg>
        <pc:spChg chg="del">
          <ac:chgData name="Ricardo Neves" userId="a2420d86-c959-463f-a209-2fea3ef854c2" providerId="ADAL" clId="{692F76F7-E4DB-47A8-94B8-25BEE6097610}" dt="2020-06-19T12:06:18.450" v="121" actId="478"/>
          <ac:spMkLst>
            <pc:docMk/>
            <pc:sldMk cId="1533287446" sldId="266"/>
            <ac:spMk id="32" creationId="{7302A991-98E6-4C08-8B27-FCAFBCBCCFC5}"/>
          </ac:spMkLst>
        </pc:spChg>
        <pc:spChg chg="add mod ord">
          <ac:chgData name="Ricardo Neves" userId="a2420d86-c959-463f-a209-2fea3ef854c2" providerId="ADAL" clId="{692F76F7-E4DB-47A8-94B8-25BEE6097610}" dt="2020-06-19T12:06:43.337" v="127" actId="1076"/>
          <ac:spMkLst>
            <pc:docMk/>
            <pc:sldMk cId="1533287446" sldId="266"/>
            <ac:spMk id="33" creationId="{37CBF502-A4C4-4369-A8E6-92B9B3A9C3C1}"/>
          </ac:spMkLst>
        </pc:spChg>
        <pc:spChg chg="add mod ord">
          <ac:chgData name="Ricardo Neves" userId="a2420d86-c959-463f-a209-2fea3ef854c2" providerId="ADAL" clId="{692F76F7-E4DB-47A8-94B8-25BEE6097610}" dt="2020-06-19T12:06:22.224" v="123" actId="167"/>
          <ac:spMkLst>
            <pc:docMk/>
            <pc:sldMk cId="1533287446" sldId="266"/>
            <ac:spMk id="35" creationId="{7F7E3D5A-D1F1-4CD5-9D00-2FCFA133D32D}"/>
          </ac:spMkLst>
        </pc:spChg>
        <pc:spChg chg="add mod ord">
          <ac:chgData name="Ricardo Neves" userId="a2420d86-c959-463f-a209-2fea3ef854c2" providerId="ADAL" clId="{692F76F7-E4DB-47A8-94B8-25BEE6097610}" dt="2020-06-19T12:06:22.224" v="123" actId="167"/>
          <ac:spMkLst>
            <pc:docMk/>
            <pc:sldMk cId="1533287446" sldId="266"/>
            <ac:spMk id="36" creationId="{A731A08A-AFF8-4B3A-915A-E5B014DA3863}"/>
          </ac:spMkLst>
        </pc:spChg>
        <pc:spChg chg="mod">
          <ac:chgData name="Ricardo Neves" userId="a2420d86-c959-463f-a209-2fea3ef854c2" providerId="ADAL" clId="{692F76F7-E4DB-47A8-94B8-25BEE6097610}" dt="2020-06-19T12:07:37.847" v="135" actId="207"/>
          <ac:spMkLst>
            <pc:docMk/>
            <pc:sldMk cId="1533287446" sldId="266"/>
            <ac:spMk id="37" creationId="{85CA0AF7-8902-4342-B91B-D123B6BD333C}"/>
          </ac:spMkLst>
        </pc:spChg>
        <pc:spChg chg="add mod ord">
          <ac:chgData name="Ricardo Neves" userId="a2420d86-c959-463f-a209-2fea3ef854c2" providerId="ADAL" clId="{692F76F7-E4DB-47A8-94B8-25BEE6097610}" dt="2020-06-19T12:06:22.224" v="123" actId="167"/>
          <ac:spMkLst>
            <pc:docMk/>
            <pc:sldMk cId="1533287446" sldId="266"/>
            <ac:spMk id="38" creationId="{45280BA2-F9DE-467D-BCA9-69F14398A2A3}"/>
          </ac:spMkLst>
        </pc:spChg>
        <pc:spChg chg="add mod ord">
          <ac:chgData name="Ricardo Neves" userId="a2420d86-c959-463f-a209-2fea3ef854c2" providerId="ADAL" clId="{692F76F7-E4DB-47A8-94B8-25BEE6097610}" dt="2020-06-19T12:06:22.224" v="123" actId="167"/>
          <ac:spMkLst>
            <pc:docMk/>
            <pc:sldMk cId="1533287446" sldId="266"/>
            <ac:spMk id="39" creationId="{B4D4A074-CB12-4042-A7DF-0A3D56C7DF15}"/>
          </ac:spMkLst>
        </pc:spChg>
        <pc:spChg chg="add mod ord">
          <ac:chgData name="Ricardo Neves" userId="a2420d86-c959-463f-a209-2fea3ef854c2" providerId="ADAL" clId="{692F76F7-E4DB-47A8-94B8-25BEE6097610}" dt="2020-06-19T12:06:22.224" v="123" actId="167"/>
          <ac:spMkLst>
            <pc:docMk/>
            <pc:sldMk cId="1533287446" sldId="266"/>
            <ac:spMk id="41" creationId="{80B80624-30FA-4C38-BED6-D0994898EC01}"/>
          </ac:spMkLst>
        </pc:spChg>
        <pc:picChg chg="add mod">
          <ac:chgData name="Ricardo Neves" userId="a2420d86-c959-463f-a209-2fea3ef854c2" providerId="ADAL" clId="{692F76F7-E4DB-47A8-94B8-25BEE6097610}" dt="2020-06-19T11:56:39.526" v="37"/>
          <ac:picMkLst>
            <pc:docMk/>
            <pc:sldMk cId="1533287446" sldId="266"/>
            <ac:picMk id="28" creationId="{419DC910-64EA-4FD3-B0B2-B4E98FDB7509}"/>
          </ac:picMkLst>
        </pc:picChg>
        <pc:picChg chg="add mod">
          <ac:chgData name="Ricardo Neves" userId="a2420d86-c959-463f-a209-2fea3ef854c2" providerId="ADAL" clId="{692F76F7-E4DB-47A8-94B8-25BEE6097610}" dt="2020-06-19T11:56:39.526" v="37"/>
          <ac:picMkLst>
            <pc:docMk/>
            <pc:sldMk cId="1533287446" sldId="266"/>
            <ac:picMk id="29" creationId="{5F2448FE-A185-4411-85CA-36851AC95B61}"/>
          </ac:picMkLst>
        </pc:picChg>
        <pc:picChg chg="ord">
          <ac:chgData name="Ricardo Neves" userId="a2420d86-c959-463f-a209-2fea3ef854c2" providerId="ADAL" clId="{692F76F7-E4DB-47A8-94B8-25BEE6097610}" dt="2020-06-19T12:06:39.572" v="126" actId="170"/>
          <ac:picMkLst>
            <pc:docMk/>
            <pc:sldMk cId="1533287446" sldId="266"/>
            <ac:picMk id="30" creationId="{6096CC37-7FED-4049-8F71-E52B290CFCFE}"/>
          </ac:picMkLst>
        </pc:picChg>
        <pc:picChg chg="add mod">
          <ac:chgData name="Ricardo Neves" userId="a2420d86-c959-463f-a209-2fea3ef854c2" providerId="ADAL" clId="{692F76F7-E4DB-47A8-94B8-25BEE6097610}" dt="2020-06-19T11:56:39.526" v="37"/>
          <ac:picMkLst>
            <pc:docMk/>
            <pc:sldMk cId="1533287446" sldId="266"/>
            <ac:picMk id="31" creationId="{852512DD-68A6-40AB-A1F4-63E12C33DD8C}"/>
          </ac:picMkLst>
        </pc:picChg>
        <pc:picChg chg="del">
          <ac:chgData name="Ricardo Neves" userId="a2420d86-c959-463f-a209-2fea3ef854c2" providerId="ADAL" clId="{692F76F7-E4DB-47A8-94B8-25BEE6097610}" dt="2020-06-19T11:56:39.197" v="36" actId="478"/>
          <ac:picMkLst>
            <pc:docMk/>
            <pc:sldMk cId="1533287446" sldId="266"/>
            <ac:picMk id="43" creationId="{22F8798F-E06A-49DB-923B-ED7B1C77EB01}"/>
          </ac:picMkLst>
        </pc:picChg>
        <pc:picChg chg="del">
          <ac:chgData name="Ricardo Neves" userId="a2420d86-c959-463f-a209-2fea3ef854c2" providerId="ADAL" clId="{692F76F7-E4DB-47A8-94B8-25BEE6097610}" dt="2020-06-19T11:56:39.197" v="36" actId="478"/>
          <ac:picMkLst>
            <pc:docMk/>
            <pc:sldMk cId="1533287446" sldId="266"/>
            <ac:picMk id="44" creationId="{E04A3EA3-5D04-4F99-AA13-C657F4E1E84A}"/>
          </ac:picMkLst>
        </pc:picChg>
        <pc:picChg chg="del">
          <ac:chgData name="Ricardo Neves" userId="a2420d86-c959-463f-a209-2fea3ef854c2" providerId="ADAL" clId="{692F76F7-E4DB-47A8-94B8-25BEE6097610}" dt="2020-06-19T11:56:39.197" v="36" actId="478"/>
          <ac:picMkLst>
            <pc:docMk/>
            <pc:sldMk cId="1533287446" sldId="266"/>
            <ac:picMk id="45" creationId="{B450DD58-62EC-43B0-B314-8ADAD7E953D6}"/>
          </ac:picMkLst>
        </pc:picChg>
      </pc:sldChg>
      <pc:sldChg chg="addSp delSp modSp new add del mod ord">
        <pc:chgData name="Ricardo Neves" userId="a2420d86-c959-463f-a209-2fea3ef854c2" providerId="ADAL" clId="{692F76F7-E4DB-47A8-94B8-25BEE6097610}" dt="2020-06-19T16:16:16.365" v="327" actId="2696"/>
        <pc:sldMkLst>
          <pc:docMk/>
          <pc:sldMk cId="2240151146" sldId="267"/>
        </pc:sldMkLst>
        <pc:spChg chg="del">
          <ac:chgData name="Ricardo Neves" userId="a2420d86-c959-463f-a209-2fea3ef854c2" providerId="ADAL" clId="{692F76F7-E4DB-47A8-94B8-25BEE6097610}" dt="2020-06-19T16:06:37.458" v="150"/>
          <ac:spMkLst>
            <pc:docMk/>
            <pc:sldMk cId="2240151146" sldId="267"/>
            <ac:spMk id="3" creationId="{9478ED26-C3BB-4040-9085-1B140B4979B1}"/>
          </ac:spMkLst>
        </pc:spChg>
        <pc:spChg chg="add mod">
          <ac:chgData name="Ricardo Neves" userId="a2420d86-c959-463f-a209-2fea3ef854c2" providerId="ADAL" clId="{692F76F7-E4DB-47A8-94B8-25BEE6097610}" dt="2020-06-19T16:08:49.277" v="156" actId="1076"/>
          <ac:spMkLst>
            <pc:docMk/>
            <pc:sldMk cId="2240151146" sldId="267"/>
            <ac:spMk id="6" creationId="{67E2C14F-8101-4D56-BC28-AA4DB0F098B8}"/>
          </ac:spMkLst>
        </pc:spChg>
        <pc:spChg chg="add mod">
          <ac:chgData name="Ricardo Neves" userId="a2420d86-c959-463f-a209-2fea3ef854c2" providerId="ADAL" clId="{692F76F7-E4DB-47A8-94B8-25BEE6097610}" dt="2020-06-19T16:14:02.004" v="317" actId="1076"/>
          <ac:spMkLst>
            <pc:docMk/>
            <pc:sldMk cId="2240151146" sldId="267"/>
            <ac:spMk id="7" creationId="{65E473F9-F59F-4AC5-BA64-E88E50459C45}"/>
          </ac:spMkLst>
        </pc:spChg>
        <pc:spChg chg="add del mod">
          <ac:chgData name="Ricardo Neves" userId="a2420d86-c959-463f-a209-2fea3ef854c2" providerId="ADAL" clId="{692F76F7-E4DB-47A8-94B8-25BEE6097610}" dt="2020-06-19T16:13:30.119" v="309"/>
          <ac:spMkLst>
            <pc:docMk/>
            <pc:sldMk cId="2240151146" sldId="267"/>
            <ac:spMk id="9" creationId="{EA3751FD-7137-45BB-AD87-B264BA40E42E}"/>
          </ac:spMkLst>
        </pc:spChg>
        <pc:picChg chg="add del mod">
          <ac:chgData name="Ricardo Neves" userId="a2420d86-c959-463f-a209-2fea3ef854c2" providerId="ADAL" clId="{692F76F7-E4DB-47A8-94B8-25BEE6097610}" dt="2020-06-19T16:13:18.925" v="308" actId="478"/>
          <ac:picMkLst>
            <pc:docMk/>
            <pc:sldMk cId="2240151146" sldId="267"/>
            <ac:picMk id="5" creationId="{FC71576B-BC1A-4606-991B-4C6F793AE414}"/>
          </ac:picMkLst>
        </pc:picChg>
        <pc:picChg chg="add mod ord">
          <ac:chgData name="Ricardo Neves" userId="a2420d86-c959-463f-a209-2fea3ef854c2" providerId="ADAL" clId="{692F76F7-E4DB-47A8-94B8-25BEE6097610}" dt="2020-06-19T16:13:40.041" v="313" actId="167"/>
          <ac:picMkLst>
            <pc:docMk/>
            <pc:sldMk cId="2240151146" sldId="267"/>
            <ac:picMk id="11" creationId="{73ECD7F6-ACAB-4B1B-9897-D7F1AE321690}"/>
          </ac:picMkLst>
        </pc:picChg>
      </pc:sldChg>
      <pc:sldChg chg="addSp delSp modSp add mod">
        <pc:chgData name="Ricardo Neves" userId="a2420d86-c959-463f-a209-2fea3ef854c2" providerId="ADAL" clId="{692F76F7-E4DB-47A8-94B8-25BEE6097610}" dt="2020-06-19T16:19:53.013" v="350"/>
        <pc:sldMkLst>
          <pc:docMk/>
          <pc:sldMk cId="1006213474" sldId="268"/>
        </pc:sldMkLst>
        <pc:spChg chg="add del mod">
          <ac:chgData name="Ricardo Neves" userId="a2420d86-c959-463f-a209-2fea3ef854c2" providerId="ADAL" clId="{692F76F7-E4DB-47A8-94B8-25BEE6097610}" dt="2020-06-19T16:14:55.532" v="322" actId="478"/>
          <ac:spMkLst>
            <pc:docMk/>
            <pc:sldMk cId="1006213474" sldId="268"/>
            <ac:spMk id="9" creationId="{BC875809-F1FF-457F-9D79-B5AFF8D783A4}"/>
          </ac:spMkLst>
        </pc:spChg>
        <pc:spChg chg="add del mod">
          <ac:chgData name="Ricardo Neves" userId="a2420d86-c959-463f-a209-2fea3ef854c2" providerId="ADAL" clId="{692F76F7-E4DB-47A8-94B8-25BEE6097610}" dt="2020-06-19T16:14:56.882" v="323" actId="478"/>
          <ac:spMkLst>
            <pc:docMk/>
            <pc:sldMk cId="1006213474" sldId="268"/>
            <ac:spMk id="10" creationId="{9FC43EE2-35D3-404D-A7DD-49C5EC6BDD47}"/>
          </ac:spMkLst>
        </pc:spChg>
        <pc:spChg chg="add mod">
          <ac:chgData name="Ricardo Neves" userId="a2420d86-c959-463f-a209-2fea3ef854c2" providerId="ADAL" clId="{692F76F7-E4DB-47A8-94B8-25BEE6097610}" dt="2020-06-19T16:17:29.831" v="335"/>
          <ac:spMkLst>
            <pc:docMk/>
            <pc:sldMk cId="1006213474" sldId="268"/>
            <ac:spMk id="11" creationId="{35CB8541-30CF-4281-86C6-EA1FAAECCC15}"/>
          </ac:spMkLst>
        </pc:spChg>
        <pc:spChg chg="del">
          <ac:chgData name="Ricardo Neves" userId="a2420d86-c959-463f-a209-2fea3ef854c2" providerId="ADAL" clId="{692F76F7-E4DB-47A8-94B8-25BEE6097610}" dt="2020-06-19T16:14:58.382" v="324" actId="478"/>
          <ac:spMkLst>
            <pc:docMk/>
            <pc:sldMk cId="1006213474" sldId="268"/>
            <ac:spMk id="18" creationId="{CFF65C44-97D9-4374-B2D5-207C957FD91A}"/>
          </ac:spMkLst>
        </pc:spChg>
        <pc:spChg chg="del">
          <ac:chgData name="Ricardo Neves" userId="a2420d86-c959-463f-a209-2fea3ef854c2" providerId="ADAL" clId="{692F76F7-E4DB-47A8-94B8-25BEE6097610}" dt="2020-06-19T16:14:59.127" v="325" actId="478"/>
          <ac:spMkLst>
            <pc:docMk/>
            <pc:sldMk cId="1006213474" sldId="268"/>
            <ac:spMk id="20" creationId="{B5C873F4-D0A6-4C35-B23C-8F9DBFD6D7AE}"/>
          </ac:spMkLst>
        </pc:spChg>
        <pc:spChg chg="del">
          <ac:chgData name="Ricardo Neves" userId="a2420d86-c959-463f-a209-2fea3ef854c2" providerId="ADAL" clId="{692F76F7-E4DB-47A8-94B8-25BEE6097610}" dt="2020-06-19T16:17:29.326" v="334" actId="478"/>
          <ac:spMkLst>
            <pc:docMk/>
            <pc:sldMk cId="1006213474" sldId="268"/>
            <ac:spMk id="35" creationId="{8906FFB2-F101-4A58-9485-8719B9B3B704}"/>
          </ac:spMkLst>
        </pc:spChg>
        <pc:spChg chg="mod">
          <ac:chgData name="Ricardo Neves" userId="a2420d86-c959-463f-a209-2fea3ef854c2" providerId="ADAL" clId="{692F76F7-E4DB-47A8-94B8-25BEE6097610}" dt="2020-06-19T16:19:53.013" v="350"/>
          <ac:spMkLst>
            <pc:docMk/>
            <pc:sldMk cId="1006213474" sldId="268"/>
            <ac:spMk id="37" creationId="{4FE4875C-778B-4E92-AE9C-005A2243D85A}"/>
          </ac:spMkLst>
        </pc:spChg>
        <pc:spChg chg="mod">
          <ac:chgData name="Ricardo Neves" userId="a2420d86-c959-463f-a209-2fea3ef854c2" providerId="ADAL" clId="{692F76F7-E4DB-47A8-94B8-25BEE6097610}" dt="2020-06-19T16:19:50.560" v="349"/>
          <ac:spMkLst>
            <pc:docMk/>
            <pc:sldMk cId="1006213474" sldId="268"/>
            <ac:spMk id="41" creationId="{C3B9FAF2-DFE4-48D1-8B2D-E7F213D6DDF6}"/>
          </ac:spMkLst>
        </pc:spChg>
      </pc:sldChg>
      <pc:sldChg chg="addSp delSp modSp add mod">
        <pc:chgData name="Ricardo Neves" userId="a2420d86-c959-463f-a209-2fea3ef854c2" providerId="ADAL" clId="{692F76F7-E4DB-47A8-94B8-25BEE6097610}" dt="2020-06-19T16:19:55.691" v="351"/>
        <pc:sldMkLst>
          <pc:docMk/>
          <pc:sldMk cId="68319069" sldId="269"/>
        </pc:sldMkLst>
        <pc:spChg chg="add del mod">
          <ac:chgData name="Ricardo Neves" userId="a2420d86-c959-463f-a209-2fea3ef854c2" providerId="ADAL" clId="{692F76F7-E4DB-47A8-94B8-25BEE6097610}" dt="2020-06-19T16:16:29.867" v="331" actId="478"/>
          <ac:spMkLst>
            <pc:docMk/>
            <pc:sldMk cId="68319069" sldId="269"/>
            <ac:spMk id="7" creationId="{431DD302-A27F-415B-B844-AE112AF66BB6}"/>
          </ac:spMkLst>
        </pc:spChg>
        <pc:spChg chg="add mod">
          <ac:chgData name="Ricardo Neves" userId="a2420d86-c959-463f-a209-2fea3ef854c2" providerId="ADAL" clId="{692F76F7-E4DB-47A8-94B8-25BEE6097610}" dt="2020-06-19T16:17:59.867" v="338"/>
          <ac:spMkLst>
            <pc:docMk/>
            <pc:sldMk cId="68319069" sldId="269"/>
            <ac:spMk id="8" creationId="{E583B707-53CC-424B-BEFA-D3729AADFF76}"/>
          </ac:spMkLst>
        </pc:spChg>
        <pc:spChg chg="del">
          <ac:chgData name="Ricardo Neves" userId="a2420d86-c959-463f-a209-2fea3ef854c2" providerId="ADAL" clId="{692F76F7-E4DB-47A8-94B8-25BEE6097610}" dt="2020-06-19T16:17:59.152" v="337" actId="478"/>
          <ac:spMkLst>
            <pc:docMk/>
            <pc:sldMk cId="68319069" sldId="269"/>
            <ac:spMk id="35" creationId="{8906FFB2-F101-4A58-9485-8719B9B3B704}"/>
          </ac:spMkLst>
        </pc:spChg>
        <pc:spChg chg="mod">
          <ac:chgData name="Ricardo Neves" userId="a2420d86-c959-463f-a209-2fea3ef854c2" providerId="ADAL" clId="{692F76F7-E4DB-47A8-94B8-25BEE6097610}" dt="2020-06-19T16:19:55.691" v="351"/>
          <ac:spMkLst>
            <pc:docMk/>
            <pc:sldMk cId="68319069" sldId="269"/>
            <ac:spMk id="37" creationId="{4FE4875C-778B-4E92-AE9C-005A2243D85A}"/>
          </ac:spMkLst>
        </pc:spChg>
        <pc:spChg chg="del">
          <ac:chgData name="Ricardo Neves" userId="a2420d86-c959-463f-a209-2fea3ef854c2" providerId="ADAL" clId="{692F76F7-E4DB-47A8-94B8-25BEE6097610}" dt="2020-06-19T16:16:24.755" v="329" actId="478"/>
          <ac:spMkLst>
            <pc:docMk/>
            <pc:sldMk cId="68319069" sldId="269"/>
            <ac:spMk id="41" creationId="{C3B9FAF2-DFE4-48D1-8B2D-E7F213D6DDF6}"/>
          </ac:spMkLst>
        </pc:spChg>
      </pc:sldChg>
      <pc:sldChg chg="addSp delSp modSp add mod">
        <pc:chgData name="Ricardo Neves" userId="a2420d86-c959-463f-a209-2fea3ef854c2" providerId="ADAL" clId="{692F76F7-E4DB-47A8-94B8-25BEE6097610}" dt="2020-06-19T16:19:59.386" v="352"/>
        <pc:sldMkLst>
          <pc:docMk/>
          <pc:sldMk cId="2584957823" sldId="270"/>
        </pc:sldMkLst>
        <pc:spChg chg="add mod">
          <ac:chgData name="Ricardo Neves" userId="a2420d86-c959-463f-a209-2fea3ef854c2" providerId="ADAL" clId="{692F76F7-E4DB-47A8-94B8-25BEE6097610}" dt="2020-06-19T16:18:12.179" v="341"/>
          <ac:spMkLst>
            <pc:docMk/>
            <pc:sldMk cId="2584957823" sldId="270"/>
            <ac:spMk id="6" creationId="{DD0F0FF5-8565-488A-A902-413857D4BD86}"/>
          </ac:spMkLst>
        </pc:spChg>
        <pc:spChg chg="del">
          <ac:chgData name="Ricardo Neves" userId="a2420d86-c959-463f-a209-2fea3ef854c2" providerId="ADAL" clId="{692F76F7-E4DB-47A8-94B8-25BEE6097610}" dt="2020-06-19T16:18:11.664" v="340" actId="478"/>
          <ac:spMkLst>
            <pc:docMk/>
            <pc:sldMk cId="2584957823" sldId="270"/>
            <ac:spMk id="8" creationId="{E583B707-53CC-424B-BEFA-D3729AADFF76}"/>
          </ac:spMkLst>
        </pc:spChg>
        <pc:spChg chg="mod">
          <ac:chgData name="Ricardo Neves" userId="a2420d86-c959-463f-a209-2fea3ef854c2" providerId="ADAL" clId="{692F76F7-E4DB-47A8-94B8-25BEE6097610}" dt="2020-06-19T16:19:59.386" v="352"/>
          <ac:spMkLst>
            <pc:docMk/>
            <pc:sldMk cId="2584957823" sldId="270"/>
            <ac:spMk id="37" creationId="{4FE4875C-778B-4E92-AE9C-005A2243D85A}"/>
          </ac:spMkLst>
        </pc:spChg>
      </pc:sldChg>
    </pc:docChg>
  </pc:docChgLst>
  <pc:docChgLst>
    <pc:chgData name="Ricardo Neves" userId="a2420d86-c959-463f-a209-2fea3ef854c2" providerId="ADAL" clId="{DFDCD0C2-651F-48EB-9014-B477B62D2459}"/>
    <pc:docChg chg="undo custSel addSld delSld modSld">
      <pc:chgData name="Ricardo Neves" userId="a2420d86-c959-463f-a209-2fea3ef854c2" providerId="ADAL" clId="{DFDCD0C2-651F-48EB-9014-B477B62D2459}" dt="2020-06-16T22:04:11.547" v="1426" actId="29295"/>
      <pc:docMkLst>
        <pc:docMk/>
      </pc:docMkLst>
      <pc:sldChg chg="del">
        <pc:chgData name="Ricardo Neves" userId="a2420d86-c959-463f-a209-2fea3ef854c2" providerId="ADAL" clId="{DFDCD0C2-651F-48EB-9014-B477B62D2459}" dt="2020-06-16T18:33:09.500" v="106" actId="2696"/>
        <pc:sldMkLst>
          <pc:docMk/>
          <pc:sldMk cId="717889628" sldId="257"/>
        </pc:sldMkLst>
      </pc:sldChg>
      <pc:sldChg chg="modSp mod">
        <pc:chgData name="Ricardo Neves" userId="a2420d86-c959-463f-a209-2fea3ef854c2" providerId="ADAL" clId="{DFDCD0C2-651F-48EB-9014-B477B62D2459}" dt="2020-06-16T18:23:49.406" v="11" actId="1076"/>
        <pc:sldMkLst>
          <pc:docMk/>
          <pc:sldMk cId="4151929289" sldId="258"/>
        </pc:sldMkLst>
        <pc:picChg chg="mod">
          <ac:chgData name="Ricardo Neves" userId="a2420d86-c959-463f-a209-2fea3ef854c2" providerId="ADAL" clId="{DFDCD0C2-651F-48EB-9014-B477B62D2459}" dt="2020-06-16T18:23:49.406" v="11" actId="1076"/>
          <ac:picMkLst>
            <pc:docMk/>
            <pc:sldMk cId="4151929289" sldId="258"/>
            <ac:picMk id="8" creationId="{A5E090AD-93C2-475C-A0D0-AF87962051DB}"/>
          </ac:picMkLst>
        </pc:picChg>
      </pc:sldChg>
      <pc:sldChg chg="addSp delSp modSp new mod">
        <pc:chgData name="Ricardo Neves" userId="a2420d86-c959-463f-a209-2fea3ef854c2" providerId="ADAL" clId="{DFDCD0C2-651F-48EB-9014-B477B62D2459}" dt="2020-06-16T18:26:42.342" v="40" actId="1076"/>
        <pc:sldMkLst>
          <pc:docMk/>
          <pc:sldMk cId="2641072960" sldId="259"/>
        </pc:sldMkLst>
        <pc:spChg chg="del">
          <ac:chgData name="Ricardo Neves" userId="a2420d86-c959-463f-a209-2fea3ef854c2" providerId="ADAL" clId="{DFDCD0C2-651F-48EB-9014-B477B62D2459}" dt="2020-06-16T18:18:04.869" v="4" actId="478"/>
          <ac:spMkLst>
            <pc:docMk/>
            <pc:sldMk cId="2641072960" sldId="259"/>
            <ac:spMk id="2" creationId="{3A3F2859-808E-416B-9D41-6602B7BE1E3E}"/>
          </ac:spMkLst>
        </pc:spChg>
        <pc:spChg chg="del">
          <ac:chgData name="Ricardo Neves" userId="a2420d86-c959-463f-a209-2fea3ef854c2" providerId="ADAL" clId="{DFDCD0C2-651F-48EB-9014-B477B62D2459}" dt="2020-06-16T18:18:06.820" v="5" actId="478"/>
          <ac:spMkLst>
            <pc:docMk/>
            <pc:sldMk cId="2641072960" sldId="259"/>
            <ac:spMk id="3" creationId="{D4B3CF67-C160-42BA-8CA8-298958346234}"/>
          </ac:spMkLst>
        </pc:spChg>
        <pc:spChg chg="add mod">
          <ac:chgData name="Ricardo Neves" userId="a2420d86-c959-463f-a209-2fea3ef854c2" providerId="ADAL" clId="{DFDCD0C2-651F-48EB-9014-B477B62D2459}" dt="2020-06-16T18:26:06.718" v="32" actId="1076"/>
          <ac:spMkLst>
            <pc:docMk/>
            <pc:sldMk cId="2641072960" sldId="259"/>
            <ac:spMk id="6" creationId="{002528E8-444A-4D4A-8C6B-F7B84043245E}"/>
          </ac:spMkLst>
        </pc:spChg>
        <pc:spChg chg="add mod">
          <ac:chgData name="Ricardo Neves" userId="a2420d86-c959-463f-a209-2fea3ef854c2" providerId="ADAL" clId="{DFDCD0C2-651F-48EB-9014-B477B62D2459}" dt="2020-06-16T18:26:42.342" v="40" actId="1076"/>
          <ac:spMkLst>
            <pc:docMk/>
            <pc:sldMk cId="2641072960" sldId="259"/>
            <ac:spMk id="7" creationId="{AC2FF912-26CF-4038-AE4F-7781080F1F44}"/>
          </ac:spMkLst>
        </pc:spChg>
        <pc:picChg chg="add mod">
          <ac:chgData name="Ricardo Neves" userId="a2420d86-c959-463f-a209-2fea3ef854c2" providerId="ADAL" clId="{DFDCD0C2-651F-48EB-9014-B477B62D2459}" dt="2020-06-16T18:18:33.824" v="6"/>
          <ac:picMkLst>
            <pc:docMk/>
            <pc:sldMk cId="2641072960" sldId="259"/>
            <ac:picMk id="5" creationId="{1EDD3F1A-757D-43CC-B539-0C08E6541FEA}"/>
          </ac:picMkLst>
        </pc:picChg>
      </pc:sldChg>
      <pc:sldChg chg="addSp delSp modSp new mod">
        <pc:chgData name="Ricardo Neves" userId="a2420d86-c959-463f-a209-2fea3ef854c2" providerId="ADAL" clId="{DFDCD0C2-651F-48EB-9014-B477B62D2459}" dt="2020-06-16T22:04:11.547" v="1426" actId="29295"/>
        <pc:sldMkLst>
          <pc:docMk/>
          <pc:sldMk cId="1937390665" sldId="260"/>
        </pc:sldMkLst>
        <pc:spChg chg="del">
          <ac:chgData name="Ricardo Neves" userId="a2420d86-c959-463f-a209-2fea3ef854c2" providerId="ADAL" clId="{DFDCD0C2-651F-48EB-9014-B477B62D2459}" dt="2020-06-16T18:18:48.309" v="8" actId="478"/>
          <ac:spMkLst>
            <pc:docMk/>
            <pc:sldMk cId="1937390665" sldId="260"/>
            <ac:spMk id="2" creationId="{51308E28-2EDA-4FF8-83E8-F3E04D9173E0}"/>
          </ac:spMkLst>
        </pc:spChg>
        <pc:spChg chg="del">
          <ac:chgData name="Ricardo Neves" userId="a2420d86-c959-463f-a209-2fea3ef854c2" providerId="ADAL" clId="{DFDCD0C2-651F-48EB-9014-B477B62D2459}" dt="2020-06-16T18:18:49.319" v="9" actId="478"/>
          <ac:spMkLst>
            <pc:docMk/>
            <pc:sldMk cId="1937390665" sldId="260"/>
            <ac:spMk id="3" creationId="{18388FCD-6066-4943-B235-E44479A2F0A6}"/>
          </ac:spMkLst>
        </pc:spChg>
        <pc:spChg chg="add mod ord">
          <ac:chgData name="Ricardo Neves" userId="a2420d86-c959-463f-a209-2fea3ef854c2" providerId="ADAL" clId="{DFDCD0C2-651F-48EB-9014-B477B62D2459}" dt="2020-06-16T19:23:14.336" v="853" actId="167"/>
          <ac:spMkLst>
            <pc:docMk/>
            <pc:sldMk cId="1937390665" sldId="260"/>
            <ac:spMk id="4" creationId="{3106C6AA-BA07-481B-91EF-BBA265255165}"/>
          </ac:spMkLst>
        </pc:spChg>
        <pc:spChg chg="add del mod ord">
          <ac:chgData name="Ricardo Neves" userId="a2420d86-c959-463f-a209-2fea3ef854c2" providerId="ADAL" clId="{DFDCD0C2-651F-48EB-9014-B477B62D2459}" dt="2020-06-16T21:47:06.753" v="1236"/>
          <ac:spMkLst>
            <pc:docMk/>
            <pc:sldMk cId="1937390665" sldId="260"/>
            <ac:spMk id="5" creationId="{27C3D95B-6E8D-4A1D-9195-8593B0AF07DA}"/>
          </ac:spMkLst>
        </pc:spChg>
        <pc:spChg chg="add mod">
          <ac:chgData name="Ricardo Neves" userId="a2420d86-c959-463f-a209-2fea3ef854c2" providerId="ADAL" clId="{DFDCD0C2-651F-48EB-9014-B477B62D2459}" dt="2020-06-16T22:03:36.863" v="1412"/>
          <ac:spMkLst>
            <pc:docMk/>
            <pc:sldMk cId="1937390665" sldId="260"/>
            <ac:spMk id="7" creationId="{591FED34-0670-48D2-A363-9ECB25C41D8E}"/>
          </ac:spMkLst>
        </pc:spChg>
        <pc:spChg chg="add del mod">
          <ac:chgData name="Ricardo Neves" userId="a2420d86-c959-463f-a209-2fea3ef854c2" providerId="ADAL" clId="{DFDCD0C2-651F-48EB-9014-B477B62D2459}" dt="2020-06-16T18:27:32.250" v="54" actId="478"/>
          <ac:spMkLst>
            <pc:docMk/>
            <pc:sldMk cId="1937390665" sldId="260"/>
            <ac:spMk id="8" creationId="{FFF3DD7E-CF0D-4A6A-A381-FA28574A6DDF}"/>
          </ac:spMkLst>
        </pc:spChg>
        <pc:spChg chg="add del mod">
          <ac:chgData name="Ricardo Neves" userId="a2420d86-c959-463f-a209-2fea3ef854c2" providerId="ADAL" clId="{DFDCD0C2-651F-48EB-9014-B477B62D2459}" dt="2020-06-16T18:27:32.250" v="54" actId="478"/>
          <ac:spMkLst>
            <pc:docMk/>
            <pc:sldMk cId="1937390665" sldId="260"/>
            <ac:spMk id="9" creationId="{5CBDE36E-2527-4525-81FC-FDD3D107F262}"/>
          </ac:spMkLst>
        </pc:spChg>
        <pc:spChg chg="add del mod">
          <ac:chgData name="Ricardo Neves" userId="a2420d86-c959-463f-a209-2fea3ef854c2" providerId="ADAL" clId="{DFDCD0C2-651F-48EB-9014-B477B62D2459}" dt="2020-06-16T18:27:32.250" v="54" actId="478"/>
          <ac:spMkLst>
            <pc:docMk/>
            <pc:sldMk cId="1937390665" sldId="260"/>
            <ac:spMk id="10" creationId="{CDFAE120-BA82-4006-A63E-BDFECF21FE14}"/>
          </ac:spMkLst>
        </pc:spChg>
        <pc:spChg chg="add del mod">
          <ac:chgData name="Ricardo Neves" userId="a2420d86-c959-463f-a209-2fea3ef854c2" providerId="ADAL" clId="{DFDCD0C2-651F-48EB-9014-B477B62D2459}" dt="2020-06-16T18:27:06.723" v="45" actId="478"/>
          <ac:spMkLst>
            <pc:docMk/>
            <pc:sldMk cId="1937390665" sldId="260"/>
            <ac:spMk id="11" creationId="{184FBECA-F7F0-418E-9221-0118011A06C1}"/>
          </ac:spMkLst>
        </pc:spChg>
        <pc:spChg chg="add del mod">
          <ac:chgData name="Ricardo Neves" userId="a2420d86-c959-463f-a209-2fea3ef854c2" providerId="ADAL" clId="{DFDCD0C2-651F-48EB-9014-B477B62D2459}" dt="2020-06-16T21:50:37.085" v="1362" actId="478"/>
          <ac:spMkLst>
            <pc:docMk/>
            <pc:sldMk cId="1937390665" sldId="260"/>
            <ac:spMk id="12" creationId="{A57822E1-7115-4B6C-A64D-A92C1F9A7183}"/>
          </ac:spMkLst>
        </pc:spChg>
        <pc:spChg chg="add del mod">
          <ac:chgData name="Ricardo Neves" userId="a2420d86-c959-463f-a209-2fea3ef854c2" providerId="ADAL" clId="{DFDCD0C2-651F-48EB-9014-B477B62D2459}" dt="2020-06-16T21:50:28.577" v="1356" actId="478"/>
          <ac:spMkLst>
            <pc:docMk/>
            <pc:sldMk cId="1937390665" sldId="260"/>
            <ac:spMk id="13" creationId="{0C93C631-4844-4CB0-BB2A-23C696867EA8}"/>
          </ac:spMkLst>
        </pc:spChg>
        <pc:spChg chg="add del mod">
          <ac:chgData name="Ricardo Neves" userId="a2420d86-c959-463f-a209-2fea3ef854c2" providerId="ADAL" clId="{DFDCD0C2-651F-48EB-9014-B477B62D2459}" dt="2020-06-16T21:50:39.007" v="1363" actId="478"/>
          <ac:spMkLst>
            <pc:docMk/>
            <pc:sldMk cId="1937390665" sldId="260"/>
            <ac:spMk id="14" creationId="{72389830-CC93-41FE-B79A-E96F6AE86EF2}"/>
          </ac:spMkLst>
        </pc:spChg>
        <pc:spChg chg="add del mod">
          <ac:chgData name="Ricardo Neves" userId="a2420d86-c959-463f-a209-2fea3ef854c2" providerId="ADAL" clId="{DFDCD0C2-651F-48EB-9014-B477B62D2459}" dt="2020-06-16T21:50:30.501" v="1357" actId="478"/>
          <ac:spMkLst>
            <pc:docMk/>
            <pc:sldMk cId="1937390665" sldId="260"/>
            <ac:spMk id="15" creationId="{10835068-EBEA-459A-999A-8E014B1D85B4}"/>
          </ac:spMkLst>
        </pc:spChg>
        <pc:spChg chg="add del mod">
          <ac:chgData name="Ricardo Neves" userId="a2420d86-c959-463f-a209-2fea3ef854c2" providerId="ADAL" clId="{DFDCD0C2-651F-48EB-9014-B477B62D2459}" dt="2020-06-16T21:50:32.451" v="1358" actId="478"/>
          <ac:spMkLst>
            <pc:docMk/>
            <pc:sldMk cId="1937390665" sldId="260"/>
            <ac:spMk id="16" creationId="{53A0959A-33FA-4A28-8C24-81D3E8CB57DD}"/>
          </ac:spMkLst>
        </pc:spChg>
        <pc:spChg chg="add del mod">
          <ac:chgData name="Ricardo Neves" userId="a2420d86-c959-463f-a209-2fea3ef854c2" providerId="ADAL" clId="{DFDCD0C2-651F-48EB-9014-B477B62D2459}" dt="2020-06-16T21:50:33.358" v="1359" actId="478"/>
          <ac:spMkLst>
            <pc:docMk/>
            <pc:sldMk cId="1937390665" sldId="260"/>
            <ac:spMk id="17" creationId="{4CF7C9E9-16AD-4B0B-96AC-5CE5DDDA5DBC}"/>
          </ac:spMkLst>
        </pc:spChg>
        <pc:spChg chg="add del mod">
          <ac:chgData name="Ricardo Neves" userId="a2420d86-c959-463f-a209-2fea3ef854c2" providerId="ADAL" clId="{DFDCD0C2-651F-48EB-9014-B477B62D2459}" dt="2020-06-16T21:50:42.077" v="1365" actId="478"/>
          <ac:spMkLst>
            <pc:docMk/>
            <pc:sldMk cId="1937390665" sldId="260"/>
            <ac:spMk id="18" creationId="{E42DAEAE-329A-448F-9AC2-3E39199BDE27}"/>
          </ac:spMkLst>
        </pc:spChg>
        <pc:spChg chg="add del mod">
          <ac:chgData name="Ricardo Neves" userId="a2420d86-c959-463f-a209-2fea3ef854c2" providerId="ADAL" clId="{DFDCD0C2-651F-48EB-9014-B477B62D2459}" dt="2020-06-16T21:50:40.021" v="1364" actId="478"/>
          <ac:spMkLst>
            <pc:docMk/>
            <pc:sldMk cId="1937390665" sldId="260"/>
            <ac:spMk id="19" creationId="{959CD6C1-E28E-454C-910B-D37F20AE56E7}"/>
          </ac:spMkLst>
        </pc:spChg>
        <pc:spChg chg="add del mod">
          <ac:chgData name="Ricardo Neves" userId="a2420d86-c959-463f-a209-2fea3ef854c2" providerId="ADAL" clId="{DFDCD0C2-651F-48EB-9014-B477B62D2459}" dt="2020-06-16T21:50:34.691" v="1360" actId="478"/>
          <ac:spMkLst>
            <pc:docMk/>
            <pc:sldMk cId="1937390665" sldId="260"/>
            <ac:spMk id="20" creationId="{95CAF00D-404F-4CA4-B415-D01E0E8AEDF1}"/>
          </ac:spMkLst>
        </pc:spChg>
        <pc:spChg chg="add del mod">
          <ac:chgData name="Ricardo Neves" userId="a2420d86-c959-463f-a209-2fea3ef854c2" providerId="ADAL" clId="{DFDCD0C2-651F-48EB-9014-B477B62D2459}" dt="2020-06-16T21:50:35.634" v="1361" actId="478"/>
          <ac:spMkLst>
            <pc:docMk/>
            <pc:sldMk cId="1937390665" sldId="260"/>
            <ac:spMk id="21" creationId="{8CDA0072-D1A9-4677-BDF2-20E4F1831AE6}"/>
          </ac:spMkLst>
        </pc:spChg>
        <pc:spChg chg="add del mod">
          <ac:chgData name="Ricardo Neves" userId="a2420d86-c959-463f-a209-2fea3ef854c2" providerId="ADAL" clId="{DFDCD0C2-651F-48EB-9014-B477B62D2459}" dt="2020-06-16T18:31:22.510" v="94" actId="478"/>
          <ac:spMkLst>
            <pc:docMk/>
            <pc:sldMk cId="1937390665" sldId="260"/>
            <ac:spMk id="22" creationId="{DFF379F4-B33B-4AC5-AA7E-0EC8F1CB8DCB}"/>
          </ac:spMkLst>
        </pc:spChg>
        <pc:spChg chg="add del mod">
          <ac:chgData name="Ricardo Neves" userId="a2420d86-c959-463f-a209-2fea3ef854c2" providerId="ADAL" clId="{DFDCD0C2-651F-48EB-9014-B477B62D2459}" dt="2020-06-16T18:31:23.119" v="95" actId="478"/>
          <ac:spMkLst>
            <pc:docMk/>
            <pc:sldMk cId="1937390665" sldId="260"/>
            <ac:spMk id="23" creationId="{545B2B15-34DD-483C-A2D8-37C039A5DDB1}"/>
          </ac:spMkLst>
        </pc:spChg>
        <pc:spChg chg="add del mod">
          <ac:chgData name="Ricardo Neves" userId="a2420d86-c959-463f-a209-2fea3ef854c2" providerId="ADAL" clId="{DFDCD0C2-651F-48EB-9014-B477B62D2459}" dt="2020-06-16T19:29:47.514" v="1057" actId="478"/>
          <ac:spMkLst>
            <pc:docMk/>
            <pc:sldMk cId="1937390665" sldId="260"/>
            <ac:spMk id="24" creationId="{662BDC14-2318-4764-A7D3-01F02D5C242E}"/>
          </ac:spMkLst>
        </pc:spChg>
        <pc:spChg chg="add mod">
          <ac:chgData name="Ricardo Neves" userId="a2420d86-c959-463f-a209-2fea3ef854c2" providerId="ADAL" clId="{DFDCD0C2-651F-48EB-9014-B477B62D2459}" dt="2020-06-16T19:10:36.570" v="332" actId="207"/>
          <ac:spMkLst>
            <pc:docMk/>
            <pc:sldMk cId="1937390665" sldId="260"/>
            <ac:spMk id="25" creationId="{77765F54-D24C-4DC9-8CB3-23A7FD6C72EE}"/>
          </ac:spMkLst>
        </pc:spChg>
        <pc:spChg chg="add mod">
          <ac:chgData name="Ricardo Neves" userId="a2420d86-c959-463f-a209-2fea3ef854c2" providerId="ADAL" clId="{DFDCD0C2-651F-48EB-9014-B477B62D2459}" dt="2020-06-16T22:03:29.998" v="1404"/>
          <ac:spMkLst>
            <pc:docMk/>
            <pc:sldMk cId="1937390665" sldId="260"/>
            <ac:spMk id="26" creationId="{1CD96577-F868-4CD0-B0D4-1F4F10891256}"/>
          </ac:spMkLst>
        </pc:spChg>
        <pc:spChg chg="add mod">
          <ac:chgData name="Ricardo Neves" userId="a2420d86-c959-463f-a209-2fea3ef854c2" providerId="ADAL" clId="{DFDCD0C2-651F-48EB-9014-B477B62D2459}" dt="2020-06-16T22:03:32.687" v="1408"/>
          <ac:spMkLst>
            <pc:docMk/>
            <pc:sldMk cId="1937390665" sldId="260"/>
            <ac:spMk id="27" creationId="{2A630E78-4468-4803-A4F8-72AABE3C924F}"/>
          </ac:spMkLst>
        </pc:spChg>
        <pc:spChg chg="add del mod ord">
          <ac:chgData name="Ricardo Neves" userId="a2420d86-c959-463f-a209-2fea3ef854c2" providerId="ADAL" clId="{DFDCD0C2-651F-48EB-9014-B477B62D2459}" dt="2020-06-16T19:33:09.116" v="1073" actId="478"/>
          <ac:spMkLst>
            <pc:docMk/>
            <pc:sldMk cId="1937390665" sldId="260"/>
            <ac:spMk id="28" creationId="{21503618-5920-40D2-9E0E-D43A0A6E5C61}"/>
          </ac:spMkLst>
        </pc:spChg>
        <pc:spChg chg="add del mod">
          <ac:chgData name="Ricardo Neves" userId="a2420d86-c959-463f-a209-2fea3ef854c2" providerId="ADAL" clId="{DFDCD0C2-651F-48EB-9014-B477B62D2459}" dt="2020-06-16T19:33:10.469" v="1074" actId="478"/>
          <ac:spMkLst>
            <pc:docMk/>
            <pc:sldMk cId="1937390665" sldId="260"/>
            <ac:spMk id="29" creationId="{6457D5D9-0565-4A2A-A3AE-7F75FE626B19}"/>
          </ac:spMkLst>
        </pc:spChg>
        <pc:spChg chg="add mod">
          <ac:chgData name="Ricardo Neves" userId="a2420d86-c959-463f-a209-2fea3ef854c2" providerId="ADAL" clId="{DFDCD0C2-651F-48EB-9014-B477B62D2459}" dt="2020-06-16T19:30:57.872" v="1065" actId="1076"/>
          <ac:spMkLst>
            <pc:docMk/>
            <pc:sldMk cId="1937390665" sldId="260"/>
            <ac:spMk id="32" creationId="{7302A991-98E6-4C08-8B27-FCAFBCBCCFC5}"/>
          </ac:spMkLst>
        </pc:spChg>
        <pc:spChg chg="add del mod">
          <ac:chgData name="Ricardo Neves" userId="a2420d86-c959-463f-a209-2fea3ef854c2" providerId="ADAL" clId="{DFDCD0C2-651F-48EB-9014-B477B62D2459}" dt="2020-06-16T19:43:17.457" v="1167" actId="478"/>
          <ac:spMkLst>
            <pc:docMk/>
            <pc:sldMk cId="1937390665" sldId="260"/>
            <ac:spMk id="36" creationId="{FFFBD864-71BB-4893-B14C-A3B387FEA243}"/>
          </ac:spMkLst>
        </pc:spChg>
        <pc:spChg chg="add del mod">
          <ac:chgData name="Ricardo Neves" userId="a2420d86-c959-463f-a209-2fea3ef854c2" providerId="ADAL" clId="{DFDCD0C2-651F-48EB-9014-B477B62D2459}" dt="2020-06-16T19:43:16.081" v="1166" actId="478"/>
          <ac:spMkLst>
            <pc:docMk/>
            <pc:sldMk cId="1937390665" sldId="260"/>
            <ac:spMk id="37" creationId="{E0762A01-499D-49C1-BD91-C17658D9FA34}"/>
          </ac:spMkLst>
        </pc:spChg>
        <pc:spChg chg="add del mod">
          <ac:chgData name="Ricardo Neves" userId="a2420d86-c959-463f-a209-2fea3ef854c2" providerId="ADAL" clId="{DFDCD0C2-651F-48EB-9014-B477B62D2459}" dt="2020-06-16T19:43:18.178" v="1168" actId="478"/>
          <ac:spMkLst>
            <pc:docMk/>
            <pc:sldMk cId="1937390665" sldId="260"/>
            <ac:spMk id="38" creationId="{7378C58A-6C16-49BE-A698-ECEA36F610BC}"/>
          </ac:spMkLst>
        </pc:spChg>
        <pc:spChg chg="add del mod">
          <ac:chgData name="Ricardo Neves" userId="a2420d86-c959-463f-a209-2fea3ef854c2" providerId="ADAL" clId="{DFDCD0C2-651F-48EB-9014-B477B62D2459}" dt="2020-06-16T21:47:06.753" v="1236"/>
          <ac:spMkLst>
            <pc:docMk/>
            <pc:sldMk cId="1937390665" sldId="260"/>
            <ac:spMk id="47" creationId="{31F42C29-8F42-4E88-9895-F39CDE8C3632}"/>
          </ac:spMkLst>
        </pc:spChg>
        <pc:spChg chg="add del mod">
          <ac:chgData name="Ricardo Neves" userId="a2420d86-c959-463f-a209-2fea3ef854c2" providerId="ADAL" clId="{DFDCD0C2-651F-48EB-9014-B477B62D2459}" dt="2020-06-16T21:47:36.123" v="1247" actId="478"/>
          <ac:spMkLst>
            <pc:docMk/>
            <pc:sldMk cId="1937390665" sldId="260"/>
            <ac:spMk id="48" creationId="{D8A93628-5DDB-4A32-B02F-2DBFE5662095}"/>
          </ac:spMkLst>
        </pc:spChg>
        <pc:spChg chg="add del mod">
          <ac:chgData name="Ricardo Neves" userId="a2420d86-c959-463f-a209-2fea3ef854c2" providerId="ADAL" clId="{DFDCD0C2-651F-48EB-9014-B477B62D2459}" dt="2020-06-16T21:47:34.574" v="1244" actId="478"/>
          <ac:spMkLst>
            <pc:docMk/>
            <pc:sldMk cId="1937390665" sldId="260"/>
            <ac:spMk id="49" creationId="{C173EE93-C03A-4A75-BBCB-62695702A240}"/>
          </ac:spMkLst>
        </pc:spChg>
        <pc:spChg chg="add del mod">
          <ac:chgData name="Ricardo Neves" userId="a2420d86-c959-463f-a209-2fea3ef854c2" providerId="ADAL" clId="{DFDCD0C2-651F-48EB-9014-B477B62D2459}" dt="2020-06-16T21:47:35.035" v="1245" actId="478"/>
          <ac:spMkLst>
            <pc:docMk/>
            <pc:sldMk cId="1937390665" sldId="260"/>
            <ac:spMk id="50" creationId="{465EF8B8-3704-40FB-B039-805863EB53CA}"/>
          </ac:spMkLst>
        </pc:spChg>
        <pc:spChg chg="add del mod">
          <ac:chgData name="Ricardo Neves" userId="a2420d86-c959-463f-a209-2fea3ef854c2" providerId="ADAL" clId="{DFDCD0C2-651F-48EB-9014-B477B62D2459}" dt="2020-06-16T21:47:35.522" v="1246" actId="478"/>
          <ac:spMkLst>
            <pc:docMk/>
            <pc:sldMk cId="1937390665" sldId="260"/>
            <ac:spMk id="51" creationId="{6B032C71-E69C-46DC-940E-88FBD121C5CE}"/>
          </ac:spMkLst>
        </pc:spChg>
        <pc:spChg chg="mod">
          <ac:chgData name="Ricardo Neves" userId="a2420d86-c959-463f-a209-2fea3ef854c2" providerId="ADAL" clId="{DFDCD0C2-651F-48EB-9014-B477B62D2459}" dt="2020-06-16T21:46:24.430" v="1228"/>
          <ac:spMkLst>
            <pc:docMk/>
            <pc:sldMk cId="1937390665" sldId="260"/>
            <ac:spMk id="52" creationId="{A91BB10F-1914-4F5E-ABBC-79CE6A6630D8}"/>
          </ac:spMkLst>
        </pc:spChg>
        <pc:spChg chg="add del mod">
          <ac:chgData name="Ricardo Neves" userId="a2420d86-c959-463f-a209-2fea3ef854c2" providerId="ADAL" clId="{DFDCD0C2-651F-48EB-9014-B477B62D2459}" dt="2020-06-16T21:46:49.570" v="1234"/>
          <ac:spMkLst>
            <pc:docMk/>
            <pc:sldMk cId="1937390665" sldId="260"/>
            <ac:spMk id="53" creationId="{E4E152C9-D413-4E79-9A9E-78DAA7BB3BB5}"/>
          </ac:spMkLst>
        </pc:spChg>
        <pc:spChg chg="mod">
          <ac:chgData name="Ricardo Neves" userId="a2420d86-c959-463f-a209-2fea3ef854c2" providerId="ADAL" clId="{DFDCD0C2-651F-48EB-9014-B477B62D2459}" dt="2020-06-16T21:46:49.570" v="1234"/>
          <ac:spMkLst>
            <pc:docMk/>
            <pc:sldMk cId="1937390665" sldId="260"/>
            <ac:spMk id="54" creationId="{4B9A7C8B-8725-4EC0-85CA-ADB442288105}"/>
          </ac:spMkLst>
        </pc:spChg>
        <pc:spChg chg="add del mod">
          <ac:chgData name="Ricardo Neves" userId="a2420d86-c959-463f-a209-2fea3ef854c2" providerId="ADAL" clId="{DFDCD0C2-651F-48EB-9014-B477B62D2459}" dt="2020-06-16T21:46:49.570" v="1234"/>
          <ac:spMkLst>
            <pc:docMk/>
            <pc:sldMk cId="1937390665" sldId="260"/>
            <ac:spMk id="55" creationId="{57B3771B-3178-4304-938C-3E9CD0B24EA3}"/>
          </ac:spMkLst>
        </pc:spChg>
        <pc:spChg chg="del mod">
          <ac:chgData name="Ricardo Neves" userId="a2420d86-c959-463f-a209-2fea3ef854c2" providerId="ADAL" clId="{DFDCD0C2-651F-48EB-9014-B477B62D2459}" dt="2020-06-16T21:47:09.799" v="1238" actId="478"/>
          <ac:spMkLst>
            <pc:docMk/>
            <pc:sldMk cId="1937390665" sldId="260"/>
            <ac:spMk id="56" creationId="{A80FAE67-D8C6-44A6-B2B6-79A8FA76AB36}"/>
          </ac:spMkLst>
        </pc:spChg>
        <pc:spChg chg="mod">
          <ac:chgData name="Ricardo Neves" userId="a2420d86-c959-463f-a209-2fea3ef854c2" providerId="ADAL" clId="{DFDCD0C2-651F-48EB-9014-B477B62D2459}" dt="2020-06-16T21:48:39.935" v="1289" actId="207"/>
          <ac:spMkLst>
            <pc:docMk/>
            <pc:sldMk cId="1937390665" sldId="260"/>
            <ac:spMk id="57" creationId="{6D827A2C-6718-4910-A7DB-659B7291C8E6}"/>
          </ac:spMkLst>
        </pc:spChg>
        <pc:spChg chg="del mod">
          <ac:chgData name="Ricardo Neves" userId="a2420d86-c959-463f-a209-2fea3ef854c2" providerId="ADAL" clId="{DFDCD0C2-651F-48EB-9014-B477B62D2459}" dt="2020-06-16T21:47:08.641" v="1237" actId="478"/>
          <ac:spMkLst>
            <pc:docMk/>
            <pc:sldMk cId="1937390665" sldId="260"/>
            <ac:spMk id="58" creationId="{17FEC3AE-A460-4435-8756-3B484604E93E}"/>
          </ac:spMkLst>
        </pc:spChg>
        <pc:spChg chg="add del mod">
          <ac:chgData name="Ricardo Neves" userId="a2420d86-c959-463f-a209-2fea3ef854c2" providerId="ADAL" clId="{DFDCD0C2-651F-48EB-9014-B477B62D2459}" dt="2020-06-16T21:47:32.078" v="1243" actId="478"/>
          <ac:spMkLst>
            <pc:docMk/>
            <pc:sldMk cId="1937390665" sldId="260"/>
            <ac:spMk id="59" creationId="{79E46C81-9488-4563-B5D0-073A791098BE}"/>
          </ac:spMkLst>
        </pc:spChg>
        <pc:picChg chg="add del mod">
          <ac:chgData name="Ricardo Neves" userId="a2420d86-c959-463f-a209-2fea3ef854c2" providerId="ADAL" clId="{DFDCD0C2-651F-48EB-9014-B477B62D2459}" dt="2020-06-16T18:24:28.138" v="19" actId="478"/>
          <ac:picMkLst>
            <pc:docMk/>
            <pc:sldMk cId="1937390665" sldId="260"/>
            <ac:picMk id="6" creationId="{59E6A152-D3FD-42C0-B9AC-25632016AC0D}"/>
          </ac:picMkLst>
        </pc:picChg>
        <pc:picChg chg="add mod ord">
          <ac:chgData name="Ricardo Neves" userId="a2420d86-c959-463f-a209-2fea3ef854c2" providerId="ADAL" clId="{DFDCD0C2-651F-48EB-9014-B477B62D2459}" dt="2020-06-16T19:23:26.936" v="855" actId="14100"/>
          <ac:picMkLst>
            <pc:docMk/>
            <pc:sldMk cId="1937390665" sldId="260"/>
            <ac:picMk id="30" creationId="{6096CC37-7FED-4049-8F71-E52B290CFCFE}"/>
          </ac:picMkLst>
        </pc:picChg>
        <pc:picChg chg="add del mod">
          <ac:chgData name="Ricardo Neves" userId="a2420d86-c959-463f-a209-2fea3ef854c2" providerId="ADAL" clId="{DFDCD0C2-651F-48EB-9014-B477B62D2459}" dt="2020-06-16T19:31:42.652" v="1068" actId="478"/>
          <ac:picMkLst>
            <pc:docMk/>
            <pc:sldMk cId="1937390665" sldId="260"/>
            <ac:picMk id="31" creationId="{62B8AEC6-104D-4D43-9156-948C38422644}"/>
          </ac:picMkLst>
        </pc:picChg>
        <pc:picChg chg="add mod">
          <ac:chgData name="Ricardo Neves" userId="a2420d86-c959-463f-a209-2fea3ef854c2" providerId="ADAL" clId="{DFDCD0C2-651F-48EB-9014-B477B62D2459}" dt="2020-06-16T19:38:35.126" v="1104" actId="1076"/>
          <ac:picMkLst>
            <pc:docMk/>
            <pc:sldMk cId="1937390665" sldId="260"/>
            <ac:picMk id="34" creationId="{C51A98E8-E2D1-454D-A6EF-B09F6081A99F}"/>
          </ac:picMkLst>
        </pc:picChg>
        <pc:picChg chg="add del mod">
          <ac:chgData name="Ricardo Neves" userId="a2420d86-c959-463f-a209-2fea3ef854c2" providerId="ADAL" clId="{DFDCD0C2-651F-48EB-9014-B477B62D2459}" dt="2020-06-16T19:36:54.787" v="1095" actId="478"/>
          <ac:picMkLst>
            <pc:docMk/>
            <pc:sldMk cId="1937390665" sldId="260"/>
            <ac:picMk id="35" creationId="{E489EF34-D291-47AD-8C0A-5FC4386DE0DB}"/>
          </ac:picMkLst>
        </pc:picChg>
        <pc:picChg chg="add mod">
          <ac:chgData name="Ricardo Neves" userId="a2420d86-c959-463f-a209-2fea3ef854c2" providerId="ADAL" clId="{DFDCD0C2-651F-48EB-9014-B477B62D2459}" dt="2020-06-16T19:39:57.846" v="1130" actId="1076"/>
          <ac:picMkLst>
            <pc:docMk/>
            <pc:sldMk cId="1937390665" sldId="260"/>
            <ac:picMk id="40" creationId="{EDD11614-117A-4575-BECD-F2D3038E170E}"/>
          </ac:picMkLst>
        </pc:picChg>
        <pc:picChg chg="add mod">
          <ac:chgData name="Ricardo Neves" userId="a2420d86-c959-463f-a209-2fea3ef854c2" providerId="ADAL" clId="{DFDCD0C2-651F-48EB-9014-B477B62D2459}" dt="2020-06-16T19:40:03.782" v="1132" actId="1076"/>
          <ac:picMkLst>
            <pc:docMk/>
            <pc:sldMk cId="1937390665" sldId="260"/>
            <ac:picMk id="42" creationId="{190D063A-FF9E-47DE-BB60-05F0E82DFED4}"/>
          </ac:picMkLst>
        </pc:picChg>
        <pc:picChg chg="add mod">
          <ac:chgData name="Ricardo Neves" userId="a2420d86-c959-463f-a209-2fea3ef854c2" providerId="ADAL" clId="{DFDCD0C2-651F-48EB-9014-B477B62D2459}" dt="2020-06-16T22:04:00.782" v="1418" actId="29295"/>
          <ac:picMkLst>
            <pc:docMk/>
            <pc:sldMk cId="1937390665" sldId="260"/>
            <ac:picMk id="43" creationId="{22F8798F-E06A-49DB-923B-ED7B1C77EB01}"/>
          </ac:picMkLst>
        </pc:picChg>
        <pc:picChg chg="add mod">
          <ac:chgData name="Ricardo Neves" userId="a2420d86-c959-463f-a209-2fea3ef854c2" providerId="ADAL" clId="{DFDCD0C2-651F-48EB-9014-B477B62D2459}" dt="2020-06-16T22:04:08.719" v="1424" actId="29295"/>
          <ac:picMkLst>
            <pc:docMk/>
            <pc:sldMk cId="1937390665" sldId="260"/>
            <ac:picMk id="44" creationId="{E04A3EA3-5D04-4F99-AA13-C657F4E1E84A}"/>
          </ac:picMkLst>
        </pc:picChg>
        <pc:picChg chg="add mod">
          <ac:chgData name="Ricardo Neves" userId="a2420d86-c959-463f-a209-2fea3ef854c2" providerId="ADAL" clId="{DFDCD0C2-651F-48EB-9014-B477B62D2459}" dt="2020-06-16T22:04:11.547" v="1426" actId="29295"/>
          <ac:picMkLst>
            <pc:docMk/>
            <pc:sldMk cId="1937390665" sldId="260"/>
            <ac:picMk id="45" creationId="{B450DD58-62EC-43B0-B314-8ADAD7E953D6}"/>
          </ac:picMkLst>
        </pc:picChg>
        <pc:picChg chg="add del mod">
          <ac:chgData name="Ricardo Neves" userId="a2420d86-c959-463f-a209-2fea3ef854c2" providerId="ADAL" clId="{DFDCD0C2-651F-48EB-9014-B477B62D2459}" dt="2020-06-16T21:45:10.285" v="1222" actId="478"/>
          <ac:picMkLst>
            <pc:docMk/>
            <pc:sldMk cId="1937390665" sldId="260"/>
            <ac:picMk id="46" creationId="{6B6842BC-7509-4E9E-A7B0-35D22A87E916}"/>
          </ac:picMkLst>
        </pc:picChg>
      </pc:sldChg>
      <pc:sldChg chg="addSp delSp modSp new mod">
        <pc:chgData name="Ricardo Neves" userId="a2420d86-c959-463f-a209-2fea3ef854c2" providerId="ADAL" clId="{DFDCD0C2-651F-48EB-9014-B477B62D2459}" dt="2020-06-16T21:53:35.772" v="1369" actId="207"/>
        <pc:sldMkLst>
          <pc:docMk/>
          <pc:sldMk cId="1412899883" sldId="261"/>
        </pc:sldMkLst>
        <pc:spChg chg="del">
          <ac:chgData name="Ricardo Neves" userId="a2420d86-c959-463f-a209-2fea3ef854c2" providerId="ADAL" clId="{DFDCD0C2-651F-48EB-9014-B477B62D2459}" dt="2020-06-16T18:33:14.137" v="108" actId="478"/>
          <ac:spMkLst>
            <pc:docMk/>
            <pc:sldMk cId="1412899883" sldId="261"/>
            <ac:spMk id="2" creationId="{18043B10-06A9-4CD0-8385-CD1E40557D3B}"/>
          </ac:spMkLst>
        </pc:spChg>
        <pc:spChg chg="del">
          <ac:chgData name="Ricardo Neves" userId="a2420d86-c959-463f-a209-2fea3ef854c2" providerId="ADAL" clId="{DFDCD0C2-651F-48EB-9014-B477B62D2459}" dt="2020-06-16T18:33:14.917" v="109" actId="478"/>
          <ac:spMkLst>
            <pc:docMk/>
            <pc:sldMk cId="1412899883" sldId="261"/>
            <ac:spMk id="3" creationId="{618159E3-2980-4062-99DE-432646760317}"/>
          </ac:spMkLst>
        </pc:spChg>
        <pc:spChg chg="add mod">
          <ac:chgData name="Ricardo Neves" userId="a2420d86-c959-463f-a209-2fea3ef854c2" providerId="ADAL" clId="{DFDCD0C2-651F-48EB-9014-B477B62D2459}" dt="2020-06-16T18:41:25.353" v="182" actId="14100"/>
          <ac:spMkLst>
            <pc:docMk/>
            <pc:sldMk cId="1412899883" sldId="261"/>
            <ac:spMk id="4" creationId="{57939EA2-7318-4827-8968-2A46B8A4EB27}"/>
          </ac:spMkLst>
        </pc:spChg>
        <pc:spChg chg="add mod">
          <ac:chgData name="Ricardo Neves" userId="a2420d86-c959-463f-a209-2fea3ef854c2" providerId="ADAL" clId="{DFDCD0C2-651F-48EB-9014-B477B62D2459}" dt="2020-06-16T18:36:03.100" v="123" actId="1076"/>
          <ac:spMkLst>
            <pc:docMk/>
            <pc:sldMk cId="1412899883" sldId="261"/>
            <ac:spMk id="5" creationId="{99D2DB4E-D815-41C6-8D9E-6B9788773643}"/>
          </ac:spMkLst>
        </pc:spChg>
        <pc:spChg chg="add mod">
          <ac:chgData name="Ricardo Neves" userId="a2420d86-c959-463f-a209-2fea3ef854c2" providerId="ADAL" clId="{DFDCD0C2-651F-48EB-9014-B477B62D2459}" dt="2020-06-16T18:36:20.442" v="126"/>
          <ac:spMkLst>
            <pc:docMk/>
            <pc:sldMk cId="1412899883" sldId="261"/>
            <ac:spMk id="6" creationId="{945977F7-266C-4B51-B5E2-51319807C7B2}"/>
          </ac:spMkLst>
        </pc:spChg>
        <pc:spChg chg="add mod">
          <ac:chgData name="Ricardo Neves" userId="a2420d86-c959-463f-a209-2fea3ef854c2" providerId="ADAL" clId="{DFDCD0C2-651F-48EB-9014-B477B62D2459}" dt="2020-06-16T18:41:00.407" v="175" actId="1076"/>
          <ac:spMkLst>
            <pc:docMk/>
            <pc:sldMk cId="1412899883" sldId="261"/>
            <ac:spMk id="7" creationId="{BE321816-5B35-4659-936B-30606D5A1534}"/>
          </ac:spMkLst>
        </pc:spChg>
        <pc:spChg chg="add mod">
          <ac:chgData name="Ricardo Neves" userId="a2420d86-c959-463f-a209-2fea3ef854c2" providerId="ADAL" clId="{DFDCD0C2-651F-48EB-9014-B477B62D2459}" dt="2020-06-16T18:41:00.407" v="175" actId="1076"/>
          <ac:spMkLst>
            <pc:docMk/>
            <pc:sldMk cId="1412899883" sldId="261"/>
            <ac:spMk id="8" creationId="{1D4CC952-E866-420B-A52D-6BE949B3F3C9}"/>
          </ac:spMkLst>
        </pc:spChg>
        <pc:spChg chg="add mod">
          <ac:chgData name="Ricardo Neves" userId="a2420d86-c959-463f-a209-2fea3ef854c2" providerId="ADAL" clId="{DFDCD0C2-651F-48EB-9014-B477B62D2459}" dt="2020-06-16T18:41:19.752" v="181" actId="14100"/>
          <ac:spMkLst>
            <pc:docMk/>
            <pc:sldMk cId="1412899883" sldId="261"/>
            <ac:spMk id="9" creationId="{91EC1BC9-DD93-4EF4-AAD6-141DD7DDCA17}"/>
          </ac:spMkLst>
        </pc:spChg>
        <pc:spChg chg="add del mod">
          <ac:chgData name="Ricardo Neves" userId="a2420d86-c959-463f-a209-2fea3ef854c2" providerId="ADAL" clId="{DFDCD0C2-651F-48EB-9014-B477B62D2459}" dt="2020-06-16T18:38:09.222" v="155" actId="207"/>
          <ac:spMkLst>
            <pc:docMk/>
            <pc:sldMk cId="1412899883" sldId="261"/>
            <ac:spMk id="10" creationId="{CB208260-EECF-4540-A875-53DD8E0224E8}"/>
          </ac:spMkLst>
        </pc:spChg>
        <pc:spChg chg="add mod">
          <ac:chgData name="Ricardo Neves" userId="a2420d86-c959-463f-a209-2fea3ef854c2" providerId="ADAL" clId="{DFDCD0C2-651F-48EB-9014-B477B62D2459}" dt="2020-06-16T18:41:00.407" v="175" actId="1076"/>
          <ac:spMkLst>
            <pc:docMk/>
            <pc:sldMk cId="1412899883" sldId="261"/>
            <ac:spMk id="11" creationId="{396F85C6-AF48-42D3-9842-30928027BE36}"/>
          </ac:spMkLst>
        </pc:spChg>
        <pc:spChg chg="add mod">
          <ac:chgData name="Ricardo Neves" userId="a2420d86-c959-463f-a209-2fea3ef854c2" providerId="ADAL" clId="{DFDCD0C2-651F-48EB-9014-B477B62D2459}" dt="2020-06-16T18:39:12.242" v="161"/>
          <ac:spMkLst>
            <pc:docMk/>
            <pc:sldMk cId="1412899883" sldId="261"/>
            <ac:spMk id="12" creationId="{EEC1E576-AE2F-4B0E-BE37-42DB6AA3D758}"/>
          </ac:spMkLst>
        </pc:spChg>
        <pc:spChg chg="add mod">
          <ac:chgData name="Ricardo Neves" userId="a2420d86-c959-463f-a209-2fea3ef854c2" providerId="ADAL" clId="{DFDCD0C2-651F-48EB-9014-B477B62D2459}" dt="2020-06-16T18:39:24.404" v="162"/>
          <ac:spMkLst>
            <pc:docMk/>
            <pc:sldMk cId="1412899883" sldId="261"/>
            <ac:spMk id="13" creationId="{85D8F795-C513-4600-AF33-2CB06159517D}"/>
          </ac:spMkLst>
        </pc:spChg>
        <pc:spChg chg="add mod">
          <ac:chgData name="Ricardo Neves" userId="a2420d86-c959-463f-a209-2fea3ef854c2" providerId="ADAL" clId="{DFDCD0C2-651F-48EB-9014-B477B62D2459}" dt="2020-06-16T18:41:10.766" v="177" actId="1076"/>
          <ac:spMkLst>
            <pc:docMk/>
            <pc:sldMk cId="1412899883" sldId="261"/>
            <ac:spMk id="14" creationId="{4385475A-1921-4B47-AB76-BEADA55CD3B1}"/>
          </ac:spMkLst>
        </pc:spChg>
        <pc:spChg chg="add mod">
          <ac:chgData name="Ricardo Neves" userId="a2420d86-c959-463f-a209-2fea3ef854c2" providerId="ADAL" clId="{DFDCD0C2-651F-48EB-9014-B477B62D2459}" dt="2020-06-16T18:41:10.766" v="177" actId="1076"/>
          <ac:spMkLst>
            <pc:docMk/>
            <pc:sldMk cId="1412899883" sldId="261"/>
            <ac:spMk id="15" creationId="{9F65834A-978F-43A2-9DB2-4CBD6CC0FE28}"/>
          </ac:spMkLst>
        </pc:spChg>
        <pc:spChg chg="add mod">
          <ac:chgData name="Ricardo Neves" userId="a2420d86-c959-463f-a209-2fea3ef854c2" providerId="ADAL" clId="{DFDCD0C2-651F-48EB-9014-B477B62D2459}" dt="2020-06-16T18:40:22.132" v="168" actId="207"/>
          <ac:spMkLst>
            <pc:docMk/>
            <pc:sldMk cId="1412899883" sldId="261"/>
            <ac:spMk id="16" creationId="{A740606C-5052-4EE9-AA80-25729F1CBD57}"/>
          </ac:spMkLst>
        </pc:spChg>
        <pc:spChg chg="add mod">
          <ac:chgData name="Ricardo Neves" userId="a2420d86-c959-463f-a209-2fea3ef854c2" providerId="ADAL" clId="{DFDCD0C2-651F-48EB-9014-B477B62D2459}" dt="2020-06-16T18:41:10.766" v="177" actId="1076"/>
          <ac:spMkLst>
            <pc:docMk/>
            <pc:sldMk cId="1412899883" sldId="261"/>
            <ac:spMk id="17" creationId="{82AA6B44-0E28-4168-B184-F8A935F4DD1C}"/>
          </ac:spMkLst>
        </pc:spChg>
        <pc:spChg chg="add mod">
          <ac:chgData name="Ricardo Neves" userId="a2420d86-c959-463f-a209-2fea3ef854c2" providerId="ADAL" clId="{DFDCD0C2-651F-48EB-9014-B477B62D2459}" dt="2020-06-16T18:41:19.752" v="181" actId="14100"/>
          <ac:spMkLst>
            <pc:docMk/>
            <pc:sldMk cId="1412899883" sldId="261"/>
            <ac:spMk id="18" creationId="{541D63CF-C452-4ADD-A938-A7D633CA47F2}"/>
          </ac:spMkLst>
        </pc:spChg>
        <pc:spChg chg="add mod">
          <ac:chgData name="Ricardo Neves" userId="a2420d86-c959-463f-a209-2fea3ef854c2" providerId="ADAL" clId="{DFDCD0C2-651F-48EB-9014-B477B62D2459}" dt="2020-06-16T21:53:35.772" v="1369" actId="207"/>
          <ac:spMkLst>
            <pc:docMk/>
            <pc:sldMk cId="1412899883" sldId="261"/>
            <ac:spMk id="22" creationId="{4A582CAF-C23C-43A3-AC8A-9A599B83290C}"/>
          </ac:spMkLst>
        </pc:spChg>
        <pc:picChg chg="add del mod">
          <ac:chgData name="Ricardo Neves" userId="a2420d86-c959-463f-a209-2fea3ef854c2" providerId="ADAL" clId="{DFDCD0C2-651F-48EB-9014-B477B62D2459}" dt="2020-06-16T18:42:23.739" v="194" actId="478"/>
          <ac:picMkLst>
            <pc:docMk/>
            <pc:sldMk cId="1412899883" sldId="261"/>
            <ac:picMk id="20" creationId="{0339EACB-AB63-4156-97E5-4A4C6A0C8EE6}"/>
          </ac:picMkLst>
        </pc:picChg>
        <pc:picChg chg="add mod">
          <ac:chgData name="Ricardo Neves" userId="a2420d86-c959-463f-a209-2fea3ef854c2" providerId="ADAL" clId="{DFDCD0C2-651F-48EB-9014-B477B62D2459}" dt="2020-06-16T18:43:12.594" v="210" actId="1076"/>
          <ac:picMkLst>
            <pc:docMk/>
            <pc:sldMk cId="1412899883" sldId="261"/>
            <ac:picMk id="21" creationId="{7A493904-B81F-4903-B6A2-6CB643292929}"/>
          </ac:picMkLst>
        </pc:picChg>
      </pc:sldChg>
      <pc:sldChg chg="addSp delSp modSp add mod">
        <pc:chgData name="Ricardo Neves" userId="a2420d86-c959-463f-a209-2fea3ef854c2" providerId="ADAL" clId="{DFDCD0C2-651F-48EB-9014-B477B62D2459}" dt="2020-06-16T18:43:01.234" v="205" actId="21"/>
        <pc:sldMkLst>
          <pc:docMk/>
          <pc:sldMk cId="4291834335" sldId="262"/>
        </pc:sldMkLst>
        <pc:spChg chg="del">
          <ac:chgData name="Ricardo Neves" userId="a2420d86-c959-463f-a209-2fea3ef854c2" providerId="ADAL" clId="{DFDCD0C2-651F-48EB-9014-B477B62D2459}" dt="2020-06-16T18:42:29.753" v="196" actId="478"/>
          <ac:spMkLst>
            <pc:docMk/>
            <pc:sldMk cId="4291834335" sldId="262"/>
            <ac:spMk id="4" creationId="{57939EA2-7318-4827-8968-2A46B8A4EB27}"/>
          </ac:spMkLst>
        </pc:spChg>
        <pc:spChg chg="del">
          <ac:chgData name="Ricardo Neves" userId="a2420d86-c959-463f-a209-2fea3ef854c2" providerId="ADAL" clId="{DFDCD0C2-651F-48EB-9014-B477B62D2459}" dt="2020-06-16T18:42:29.753" v="196" actId="478"/>
          <ac:spMkLst>
            <pc:docMk/>
            <pc:sldMk cId="4291834335" sldId="262"/>
            <ac:spMk id="5" creationId="{99D2DB4E-D815-41C6-8D9E-6B9788773643}"/>
          </ac:spMkLst>
        </pc:spChg>
        <pc:spChg chg="del">
          <ac:chgData name="Ricardo Neves" userId="a2420d86-c959-463f-a209-2fea3ef854c2" providerId="ADAL" clId="{DFDCD0C2-651F-48EB-9014-B477B62D2459}" dt="2020-06-16T18:42:29.753" v="196" actId="478"/>
          <ac:spMkLst>
            <pc:docMk/>
            <pc:sldMk cId="4291834335" sldId="262"/>
            <ac:spMk id="6" creationId="{945977F7-266C-4B51-B5E2-51319807C7B2}"/>
          </ac:spMkLst>
        </pc:spChg>
        <pc:spChg chg="del">
          <ac:chgData name="Ricardo Neves" userId="a2420d86-c959-463f-a209-2fea3ef854c2" providerId="ADAL" clId="{DFDCD0C2-651F-48EB-9014-B477B62D2459}" dt="2020-06-16T18:42:29.753" v="196" actId="478"/>
          <ac:spMkLst>
            <pc:docMk/>
            <pc:sldMk cId="4291834335" sldId="262"/>
            <ac:spMk id="7" creationId="{BE321816-5B35-4659-936B-30606D5A1534}"/>
          </ac:spMkLst>
        </pc:spChg>
        <pc:spChg chg="del">
          <ac:chgData name="Ricardo Neves" userId="a2420d86-c959-463f-a209-2fea3ef854c2" providerId="ADAL" clId="{DFDCD0C2-651F-48EB-9014-B477B62D2459}" dt="2020-06-16T18:42:29.753" v="196" actId="478"/>
          <ac:spMkLst>
            <pc:docMk/>
            <pc:sldMk cId="4291834335" sldId="262"/>
            <ac:spMk id="8" creationId="{1D4CC952-E866-420B-A52D-6BE949B3F3C9}"/>
          </ac:spMkLst>
        </pc:spChg>
        <pc:spChg chg="del">
          <ac:chgData name="Ricardo Neves" userId="a2420d86-c959-463f-a209-2fea3ef854c2" providerId="ADAL" clId="{DFDCD0C2-651F-48EB-9014-B477B62D2459}" dt="2020-06-16T18:42:29.753" v="196" actId="478"/>
          <ac:spMkLst>
            <pc:docMk/>
            <pc:sldMk cId="4291834335" sldId="262"/>
            <ac:spMk id="9" creationId="{91EC1BC9-DD93-4EF4-AAD6-141DD7DDCA17}"/>
          </ac:spMkLst>
        </pc:spChg>
        <pc:spChg chg="del">
          <ac:chgData name="Ricardo Neves" userId="a2420d86-c959-463f-a209-2fea3ef854c2" providerId="ADAL" clId="{DFDCD0C2-651F-48EB-9014-B477B62D2459}" dt="2020-06-16T18:42:29.753" v="196" actId="478"/>
          <ac:spMkLst>
            <pc:docMk/>
            <pc:sldMk cId="4291834335" sldId="262"/>
            <ac:spMk id="10" creationId="{CB208260-EECF-4540-A875-53DD8E0224E8}"/>
          </ac:spMkLst>
        </pc:spChg>
        <pc:spChg chg="del">
          <ac:chgData name="Ricardo Neves" userId="a2420d86-c959-463f-a209-2fea3ef854c2" providerId="ADAL" clId="{DFDCD0C2-651F-48EB-9014-B477B62D2459}" dt="2020-06-16T18:42:29.753" v="196" actId="478"/>
          <ac:spMkLst>
            <pc:docMk/>
            <pc:sldMk cId="4291834335" sldId="262"/>
            <ac:spMk id="11" creationId="{396F85C6-AF48-42D3-9842-30928027BE36}"/>
          </ac:spMkLst>
        </pc:spChg>
        <pc:spChg chg="del">
          <ac:chgData name="Ricardo Neves" userId="a2420d86-c959-463f-a209-2fea3ef854c2" providerId="ADAL" clId="{DFDCD0C2-651F-48EB-9014-B477B62D2459}" dt="2020-06-16T18:42:29.753" v="196" actId="478"/>
          <ac:spMkLst>
            <pc:docMk/>
            <pc:sldMk cId="4291834335" sldId="262"/>
            <ac:spMk id="12" creationId="{EEC1E576-AE2F-4B0E-BE37-42DB6AA3D758}"/>
          </ac:spMkLst>
        </pc:spChg>
        <pc:spChg chg="del">
          <ac:chgData name="Ricardo Neves" userId="a2420d86-c959-463f-a209-2fea3ef854c2" providerId="ADAL" clId="{DFDCD0C2-651F-48EB-9014-B477B62D2459}" dt="2020-06-16T18:42:29.753" v="196" actId="478"/>
          <ac:spMkLst>
            <pc:docMk/>
            <pc:sldMk cId="4291834335" sldId="262"/>
            <ac:spMk id="13" creationId="{85D8F795-C513-4600-AF33-2CB06159517D}"/>
          </ac:spMkLst>
        </pc:spChg>
        <pc:spChg chg="del">
          <ac:chgData name="Ricardo Neves" userId="a2420d86-c959-463f-a209-2fea3ef854c2" providerId="ADAL" clId="{DFDCD0C2-651F-48EB-9014-B477B62D2459}" dt="2020-06-16T18:42:29.753" v="196" actId="478"/>
          <ac:spMkLst>
            <pc:docMk/>
            <pc:sldMk cId="4291834335" sldId="262"/>
            <ac:spMk id="14" creationId="{4385475A-1921-4B47-AB76-BEADA55CD3B1}"/>
          </ac:spMkLst>
        </pc:spChg>
        <pc:spChg chg="del">
          <ac:chgData name="Ricardo Neves" userId="a2420d86-c959-463f-a209-2fea3ef854c2" providerId="ADAL" clId="{DFDCD0C2-651F-48EB-9014-B477B62D2459}" dt="2020-06-16T18:42:29.753" v="196" actId="478"/>
          <ac:spMkLst>
            <pc:docMk/>
            <pc:sldMk cId="4291834335" sldId="262"/>
            <ac:spMk id="15" creationId="{9F65834A-978F-43A2-9DB2-4CBD6CC0FE28}"/>
          </ac:spMkLst>
        </pc:spChg>
        <pc:spChg chg="del">
          <ac:chgData name="Ricardo Neves" userId="a2420d86-c959-463f-a209-2fea3ef854c2" providerId="ADAL" clId="{DFDCD0C2-651F-48EB-9014-B477B62D2459}" dt="2020-06-16T18:42:29.753" v="196" actId="478"/>
          <ac:spMkLst>
            <pc:docMk/>
            <pc:sldMk cId="4291834335" sldId="262"/>
            <ac:spMk id="16" creationId="{A740606C-5052-4EE9-AA80-25729F1CBD57}"/>
          </ac:spMkLst>
        </pc:spChg>
        <pc:spChg chg="del">
          <ac:chgData name="Ricardo Neves" userId="a2420d86-c959-463f-a209-2fea3ef854c2" providerId="ADAL" clId="{DFDCD0C2-651F-48EB-9014-B477B62D2459}" dt="2020-06-16T18:42:29.753" v="196" actId="478"/>
          <ac:spMkLst>
            <pc:docMk/>
            <pc:sldMk cId="4291834335" sldId="262"/>
            <ac:spMk id="17" creationId="{82AA6B44-0E28-4168-B184-F8A935F4DD1C}"/>
          </ac:spMkLst>
        </pc:spChg>
        <pc:spChg chg="del">
          <ac:chgData name="Ricardo Neves" userId="a2420d86-c959-463f-a209-2fea3ef854c2" providerId="ADAL" clId="{DFDCD0C2-651F-48EB-9014-B477B62D2459}" dt="2020-06-16T18:42:29.753" v="196" actId="478"/>
          <ac:spMkLst>
            <pc:docMk/>
            <pc:sldMk cId="4291834335" sldId="262"/>
            <ac:spMk id="18" creationId="{541D63CF-C452-4ADD-A938-A7D633CA47F2}"/>
          </ac:spMkLst>
        </pc:spChg>
        <pc:picChg chg="add mod">
          <ac:chgData name="Ricardo Neves" userId="a2420d86-c959-463f-a209-2fea3ef854c2" providerId="ADAL" clId="{DFDCD0C2-651F-48EB-9014-B477B62D2459}" dt="2020-06-16T18:42:36.120" v="200" actId="962"/>
          <ac:picMkLst>
            <pc:docMk/>
            <pc:sldMk cId="4291834335" sldId="262"/>
            <ac:picMk id="3" creationId="{6AB63CEB-ED7E-463F-9DF8-7221C2366909}"/>
          </ac:picMkLst>
        </pc:picChg>
        <pc:picChg chg="add del mod">
          <ac:chgData name="Ricardo Neves" userId="a2420d86-c959-463f-a209-2fea3ef854c2" providerId="ADAL" clId="{DFDCD0C2-651F-48EB-9014-B477B62D2459}" dt="2020-06-16T18:43:01.234" v="205" actId="21"/>
          <ac:picMkLst>
            <pc:docMk/>
            <pc:sldMk cId="4291834335" sldId="262"/>
            <ac:picMk id="20" creationId="{5284E0B6-379A-4119-BBDA-8A32176EEF7D}"/>
          </ac:picMkLst>
        </pc:picChg>
      </pc:sldChg>
      <pc:sldChg chg="addSp delSp modSp add mod">
        <pc:chgData name="Ricardo Neves" userId="a2420d86-c959-463f-a209-2fea3ef854c2" providerId="ADAL" clId="{DFDCD0C2-651F-48EB-9014-B477B62D2459}" dt="2020-06-16T21:48:02.974" v="1259" actId="478"/>
        <pc:sldMkLst>
          <pc:docMk/>
          <pc:sldMk cId="161192686" sldId="263"/>
        </pc:sldMkLst>
        <pc:spChg chg="del">
          <ac:chgData name="Ricardo Neves" userId="a2420d86-c959-463f-a209-2fea3ef854c2" providerId="ADAL" clId="{DFDCD0C2-651F-48EB-9014-B477B62D2459}" dt="2020-06-16T21:47:51.329" v="1254"/>
          <ac:spMkLst>
            <pc:docMk/>
            <pc:sldMk cId="161192686" sldId="263"/>
            <ac:spMk id="5" creationId="{27C3D95B-6E8D-4A1D-9195-8593B0AF07DA}"/>
          </ac:spMkLst>
        </pc:spChg>
        <pc:spChg chg="add del mod">
          <ac:chgData name="Ricardo Neves" userId="a2420d86-c959-463f-a209-2fea3ef854c2" providerId="ADAL" clId="{DFDCD0C2-651F-48EB-9014-B477B62D2459}" dt="2020-06-16T21:48:02.974" v="1259" actId="478"/>
          <ac:spMkLst>
            <pc:docMk/>
            <pc:sldMk cId="161192686" sldId="263"/>
            <ac:spMk id="31" creationId="{9FC6F43E-8EA4-49C5-BE9B-1E2720ED9647}"/>
          </ac:spMkLst>
        </pc:spChg>
        <pc:spChg chg="del mod">
          <ac:chgData name="Ricardo Neves" userId="a2420d86-c959-463f-a209-2fea3ef854c2" providerId="ADAL" clId="{DFDCD0C2-651F-48EB-9014-B477B62D2459}" dt="2020-06-16T21:47:57.070" v="1257" actId="478"/>
          <ac:spMkLst>
            <pc:docMk/>
            <pc:sldMk cId="161192686" sldId="263"/>
            <ac:spMk id="33" creationId="{F7D1E51A-CD42-43EA-ACBE-FCC17AF13E81}"/>
          </ac:spMkLst>
        </pc:spChg>
        <pc:spChg chg="mod">
          <ac:chgData name="Ricardo Neves" userId="a2420d86-c959-463f-a209-2fea3ef854c2" providerId="ADAL" clId="{DFDCD0C2-651F-48EB-9014-B477B62D2459}" dt="2020-06-16T21:48:00.486" v="1258" actId="20577"/>
          <ac:spMkLst>
            <pc:docMk/>
            <pc:sldMk cId="161192686" sldId="263"/>
            <ac:spMk id="35" creationId="{8906FFB2-F101-4A58-9485-8719B9B3B704}"/>
          </ac:spMkLst>
        </pc:spChg>
        <pc:spChg chg="del mod">
          <ac:chgData name="Ricardo Neves" userId="a2420d86-c959-463f-a209-2fea3ef854c2" providerId="ADAL" clId="{DFDCD0C2-651F-48EB-9014-B477B62D2459}" dt="2020-06-16T21:47:53.243" v="1255" actId="478"/>
          <ac:spMkLst>
            <pc:docMk/>
            <pc:sldMk cId="161192686" sldId="263"/>
            <ac:spMk id="36" creationId="{15ACE24B-CADA-4528-B546-4B1635EB1F36}"/>
          </ac:spMkLst>
        </pc:spChg>
        <pc:spChg chg="del">
          <ac:chgData name="Ricardo Neves" userId="a2420d86-c959-463f-a209-2fea3ef854c2" providerId="ADAL" clId="{DFDCD0C2-651F-48EB-9014-B477B62D2459}" dt="2020-06-16T21:47:45.088" v="1251" actId="478"/>
          <ac:spMkLst>
            <pc:docMk/>
            <pc:sldMk cId="161192686" sldId="263"/>
            <ac:spMk id="47" creationId="{31F42C29-8F42-4E88-9895-F39CDE8C3632}"/>
          </ac:spMkLst>
        </pc:spChg>
        <pc:spChg chg="del">
          <ac:chgData name="Ricardo Neves" userId="a2420d86-c959-463f-a209-2fea3ef854c2" providerId="ADAL" clId="{DFDCD0C2-651F-48EB-9014-B477B62D2459}" dt="2020-06-16T21:47:46.236" v="1253" actId="478"/>
          <ac:spMkLst>
            <pc:docMk/>
            <pc:sldMk cId="161192686" sldId="263"/>
            <ac:spMk id="48" creationId="{D8A93628-5DDB-4A32-B02F-2DBFE5662095}"/>
          </ac:spMkLst>
        </pc:spChg>
        <pc:spChg chg="del">
          <ac:chgData name="Ricardo Neves" userId="a2420d86-c959-463f-a209-2fea3ef854c2" providerId="ADAL" clId="{DFDCD0C2-651F-48EB-9014-B477B62D2459}" dt="2020-06-16T21:47:51.329" v="1254"/>
          <ac:spMkLst>
            <pc:docMk/>
            <pc:sldMk cId="161192686" sldId="263"/>
            <ac:spMk id="49" creationId="{C173EE93-C03A-4A75-BBCB-62695702A240}"/>
          </ac:spMkLst>
        </pc:spChg>
        <pc:spChg chg="del">
          <ac:chgData name="Ricardo Neves" userId="a2420d86-c959-463f-a209-2fea3ef854c2" providerId="ADAL" clId="{DFDCD0C2-651F-48EB-9014-B477B62D2459}" dt="2020-06-16T21:47:44.463" v="1250" actId="478"/>
          <ac:spMkLst>
            <pc:docMk/>
            <pc:sldMk cId="161192686" sldId="263"/>
            <ac:spMk id="50" creationId="{465EF8B8-3704-40FB-B039-805863EB53CA}"/>
          </ac:spMkLst>
        </pc:spChg>
        <pc:spChg chg="del">
          <ac:chgData name="Ricardo Neves" userId="a2420d86-c959-463f-a209-2fea3ef854c2" providerId="ADAL" clId="{DFDCD0C2-651F-48EB-9014-B477B62D2459}" dt="2020-06-16T21:47:45.690" v="1252" actId="478"/>
          <ac:spMkLst>
            <pc:docMk/>
            <pc:sldMk cId="161192686" sldId="263"/>
            <ac:spMk id="51" creationId="{6B032C71-E69C-46DC-940E-88FBD121C5CE}"/>
          </ac:spMkLst>
        </pc:spChg>
      </pc:sldChg>
      <pc:sldChg chg="add del">
        <pc:chgData name="Ricardo Neves" userId="a2420d86-c959-463f-a209-2fea3ef854c2" providerId="ADAL" clId="{DFDCD0C2-651F-48EB-9014-B477B62D2459}" dt="2020-06-16T19:26:54.042" v="985" actId="2696"/>
        <pc:sldMkLst>
          <pc:docMk/>
          <pc:sldMk cId="2144700219" sldId="263"/>
        </pc:sldMkLst>
      </pc:sldChg>
      <pc:sldChg chg="delSp modSp add mod">
        <pc:chgData name="Ricardo Neves" userId="a2420d86-c959-463f-a209-2fea3ef854c2" providerId="ADAL" clId="{DFDCD0C2-651F-48EB-9014-B477B62D2459}" dt="2020-06-16T21:49:06.702" v="1299" actId="20577"/>
        <pc:sldMkLst>
          <pc:docMk/>
          <pc:sldMk cId="4191338763" sldId="264"/>
        </pc:sldMkLst>
        <pc:spChg chg="del">
          <ac:chgData name="Ricardo Neves" userId="a2420d86-c959-463f-a209-2fea3ef854c2" providerId="ADAL" clId="{DFDCD0C2-651F-48EB-9014-B477B62D2459}" dt="2020-06-16T21:48:59.419" v="1294"/>
          <ac:spMkLst>
            <pc:docMk/>
            <pc:sldMk cId="4191338763" sldId="264"/>
            <ac:spMk id="5" creationId="{27C3D95B-6E8D-4A1D-9195-8593B0AF07DA}"/>
          </ac:spMkLst>
        </pc:spChg>
        <pc:spChg chg="del mod">
          <ac:chgData name="Ricardo Neves" userId="a2420d86-c959-463f-a209-2fea3ef854c2" providerId="ADAL" clId="{DFDCD0C2-651F-48EB-9014-B477B62D2459}" dt="2020-06-16T21:49:05.595" v="1298" actId="478"/>
          <ac:spMkLst>
            <pc:docMk/>
            <pc:sldMk cId="4191338763" sldId="264"/>
            <ac:spMk id="31" creationId="{9050AAA7-6BDF-4F4F-8327-463F17DB1B30}"/>
          </ac:spMkLst>
        </pc:spChg>
        <pc:spChg chg="mod">
          <ac:chgData name="Ricardo Neves" userId="a2420d86-c959-463f-a209-2fea3ef854c2" providerId="ADAL" clId="{DFDCD0C2-651F-48EB-9014-B477B62D2459}" dt="2020-06-16T21:49:06.702" v="1299" actId="20577"/>
          <ac:spMkLst>
            <pc:docMk/>
            <pc:sldMk cId="4191338763" sldId="264"/>
            <ac:spMk id="33" creationId="{5BCA47C1-724C-4770-B074-D91989029D37}"/>
          </ac:spMkLst>
        </pc:spChg>
        <pc:spChg chg="del mod">
          <ac:chgData name="Ricardo Neves" userId="a2420d86-c959-463f-a209-2fea3ef854c2" providerId="ADAL" clId="{DFDCD0C2-651F-48EB-9014-B477B62D2459}" dt="2020-06-16T21:49:02.728" v="1296" actId="478"/>
          <ac:spMkLst>
            <pc:docMk/>
            <pc:sldMk cId="4191338763" sldId="264"/>
            <ac:spMk id="35" creationId="{90432F20-DEF9-4274-B641-8A8C9EE11307}"/>
          </ac:spMkLst>
        </pc:spChg>
        <pc:spChg chg="del">
          <ac:chgData name="Ricardo Neves" userId="a2420d86-c959-463f-a209-2fea3ef854c2" providerId="ADAL" clId="{DFDCD0C2-651F-48EB-9014-B477B62D2459}" dt="2020-06-16T21:48:48.921" v="1290" actId="478"/>
          <ac:spMkLst>
            <pc:docMk/>
            <pc:sldMk cId="4191338763" sldId="264"/>
            <ac:spMk id="47" creationId="{31F42C29-8F42-4E88-9895-F39CDE8C3632}"/>
          </ac:spMkLst>
        </pc:spChg>
        <pc:spChg chg="del">
          <ac:chgData name="Ricardo Neves" userId="a2420d86-c959-463f-a209-2fea3ef854c2" providerId="ADAL" clId="{DFDCD0C2-651F-48EB-9014-B477B62D2459}" dt="2020-06-16T21:48:52.211" v="1293" actId="478"/>
          <ac:spMkLst>
            <pc:docMk/>
            <pc:sldMk cId="4191338763" sldId="264"/>
            <ac:spMk id="48" creationId="{D8A93628-5DDB-4A32-B02F-2DBFE5662095}"/>
          </ac:spMkLst>
        </pc:spChg>
        <pc:spChg chg="del">
          <ac:chgData name="Ricardo Neves" userId="a2420d86-c959-463f-a209-2fea3ef854c2" providerId="ADAL" clId="{DFDCD0C2-651F-48EB-9014-B477B62D2459}" dt="2020-06-16T21:48:50.381" v="1291" actId="478"/>
          <ac:spMkLst>
            <pc:docMk/>
            <pc:sldMk cId="4191338763" sldId="264"/>
            <ac:spMk id="49" creationId="{C173EE93-C03A-4A75-BBCB-62695702A240}"/>
          </ac:spMkLst>
        </pc:spChg>
        <pc:spChg chg="del">
          <ac:chgData name="Ricardo Neves" userId="a2420d86-c959-463f-a209-2fea3ef854c2" providerId="ADAL" clId="{DFDCD0C2-651F-48EB-9014-B477B62D2459}" dt="2020-06-16T21:48:59.419" v="1294"/>
          <ac:spMkLst>
            <pc:docMk/>
            <pc:sldMk cId="4191338763" sldId="264"/>
            <ac:spMk id="50" creationId="{465EF8B8-3704-40FB-B039-805863EB53CA}"/>
          </ac:spMkLst>
        </pc:spChg>
        <pc:spChg chg="del">
          <ac:chgData name="Ricardo Neves" userId="a2420d86-c959-463f-a209-2fea3ef854c2" providerId="ADAL" clId="{DFDCD0C2-651F-48EB-9014-B477B62D2459}" dt="2020-06-16T21:48:51.215" v="1292" actId="478"/>
          <ac:spMkLst>
            <pc:docMk/>
            <pc:sldMk cId="4191338763" sldId="264"/>
            <ac:spMk id="51" creationId="{6B032C71-E69C-46DC-940E-88FBD121C5CE}"/>
          </ac:spMkLst>
        </pc:spChg>
      </pc:sldChg>
      <pc:sldChg chg="delSp modSp add mod">
        <pc:chgData name="Ricardo Neves" userId="a2420d86-c959-463f-a209-2fea3ef854c2" providerId="ADAL" clId="{DFDCD0C2-651F-48EB-9014-B477B62D2459}" dt="2020-06-16T21:49:25.618" v="1307" actId="478"/>
        <pc:sldMkLst>
          <pc:docMk/>
          <pc:sldMk cId="2972607910" sldId="265"/>
        </pc:sldMkLst>
        <pc:spChg chg="del mod">
          <ac:chgData name="Ricardo Neves" userId="a2420d86-c959-463f-a209-2fea3ef854c2" providerId="ADAL" clId="{DFDCD0C2-651F-48EB-9014-B477B62D2459}" dt="2020-06-16T21:49:22.921" v="1305"/>
          <ac:spMkLst>
            <pc:docMk/>
            <pc:sldMk cId="2972607910" sldId="265"/>
            <ac:spMk id="5" creationId="{27C3D95B-6E8D-4A1D-9195-8593B0AF07DA}"/>
          </ac:spMkLst>
        </pc:spChg>
        <pc:spChg chg="del mod">
          <ac:chgData name="Ricardo Neves" userId="a2420d86-c959-463f-a209-2fea3ef854c2" providerId="ADAL" clId="{DFDCD0C2-651F-48EB-9014-B477B62D2459}" dt="2020-06-16T21:49:25.618" v="1307" actId="478"/>
          <ac:spMkLst>
            <pc:docMk/>
            <pc:sldMk cId="2972607910" sldId="265"/>
            <ac:spMk id="31" creationId="{C4784DA6-998F-4F85-B227-A5E3953F7A4C}"/>
          </ac:spMkLst>
        </pc:spChg>
        <pc:spChg chg="mod">
          <ac:chgData name="Ricardo Neves" userId="a2420d86-c959-463f-a209-2fea3ef854c2" providerId="ADAL" clId="{DFDCD0C2-651F-48EB-9014-B477B62D2459}" dt="2020-06-16T21:49:22.921" v="1305"/>
          <ac:spMkLst>
            <pc:docMk/>
            <pc:sldMk cId="2972607910" sldId="265"/>
            <ac:spMk id="33" creationId="{7FBD26DC-B033-4348-AD64-B9D0168B6FB2}"/>
          </ac:spMkLst>
        </pc:spChg>
        <pc:spChg chg="del mod">
          <ac:chgData name="Ricardo Neves" userId="a2420d86-c959-463f-a209-2fea3ef854c2" providerId="ADAL" clId="{DFDCD0C2-651F-48EB-9014-B477B62D2459}" dt="2020-06-16T21:49:24.595" v="1306" actId="478"/>
          <ac:spMkLst>
            <pc:docMk/>
            <pc:sldMk cId="2972607910" sldId="265"/>
            <ac:spMk id="35" creationId="{83753C1A-ABF7-4125-9AEA-9FF6F83605D8}"/>
          </ac:spMkLst>
        </pc:spChg>
        <pc:spChg chg="del">
          <ac:chgData name="Ricardo Neves" userId="a2420d86-c959-463f-a209-2fea3ef854c2" providerId="ADAL" clId="{DFDCD0C2-651F-48EB-9014-B477B62D2459}" dt="2020-06-16T21:49:11.732" v="1300" actId="478"/>
          <ac:spMkLst>
            <pc:docMk/>
            <pc:sldMk cId="2972607910" sldId="265"/>
            <ac:spMk id="47" creationId="{31F42C29-8F42-4E88-9895-F39CDE8C3632}"/>
          </ac:spMkLst>
        </pc:spChg>
        <pc:spChg chg="del">
          <ac:chgData name="Ricardo Neves" userId="a2420d86-c959-463f-a209-2fea3ef854c2" providerId="ADAL" clId="{DFDCD0C2-651F-48EB-9014-B477B62D2459}" dt="2020-06-16T21:49:14.423" v="1303" actId="478"/>
          <ac:spMkLst>
            <pc:docMk/>
            <pc:sldMk cId="2972607910" sldId="265"/>
            <ac:spMk id="48" creationId="{D8A93628-5DDB-4A32-B02F-2DBFE5662095}"/>
          </ac:spMkLst>
        </pc:spChg>
        <pc:spChg chg="del">
          <ac:chgData name="Ricardo Neves" userId="a2420d86-c959-463f-a209-2fea3ef854c2" providerId="ADAL" clId="{DFDCD0C2-651F-48EB-9014-B477B62D2459}" dt="2020-06-16T21:49:12.243" v="1301" actId="478"/>
          <ac:spMkLst>
            <pc:docMk/>
            <pc:sldMk cId="2972607910" sldId="265"/>
            <ac:spMk id="49" creationId="{C173EE93-C03A-4A75-BBCB-62695702A240}"/>
          </ac:spMkLst>
        </pc:spChg>
        <pc:spChg chg="del">
          <ac:chgData name="Ricardo Neves" userId="a2420d86-c959-463f-a209-2fea3ef854c2" providerId="ADAL" clId="{DFDCD0C2-651F-48EB-9014-B477B62D2459}" dt="2020-06-16T21:49:12.856" v="1302" actId="478"/>
          <ac:spMkLst>
            <pc:docMk/>
            <pc:sldMk cId="2972607910" sldId="265"/>
            <ac:spMk id="50" creationId="{465EF8B8-3704-40FB-B039-805863EB53CA}"/>
          </ac:spMkLst>
        </pc:spChg>
        <pc:spChg chg="del">
          <ac:chgData name="Ricardo Neves" userId="a2420d86-c959-463f-a209-2fea3ef854c2" providerId="ADAL" clId="{DFDCD0C2-651F-48EB-9014-B477B62D2459}" dt="2020-06-16T21:49:22.921" v="1305"/>
          <ac:spMkLst>
            <pc:docMk/>
            <pc:sldMk cId="2972607910" sldId="265"/>
            <ac:spMk id="51" creationId="{6B032C71-E69C-46DC-940E-88FBD121C5CE}"/>
          </ac:spMkLst>
        </pc:spChg>
      </pc:sldChg>
      <pc:sldChg chg="addSp delSp modSp add mod">
        <pc:chgData name="Ricardo Neves" userId="a2420d86-c959-463f-a209-2fea3ef854c2" providerId="ADAL" clId="{DFDCD0C2-651F-48EB-9014-B477B62D2459}" dt="2020-06-16T21:50:15.633" v="1355" actId="207"/>
        <pc:sldMkLst>
          <pc:docMk/>
          <pc:sldMk cId="1533287446" sldId="266"/>
        </pc:sldMkLst>
        <pc:spChg chg="add del">
          <ac:chgData name="Ricardo Neves" userId="a2420d86-c959-463f-a209-2fea3ef854c2" providerId="ADAL" clId="{DFDCD0C2-651F-48EB-9014-B477B62D2459}" dt="2020-06-16T21:49:52.559" v="1314"/>
          <ac:spMkLst>
            <pc:docMk/>
            <pc:sldMk cId="1533287446" sldId="266"/>
            <ac:spMk id="5" creationId="{27C3D95B-6E8D-4A1D-9195-8593B0AF07DA}"/>
          </ac:spMkLst>
        </pc:spChg>
        <pc:spChg chg="mod">
          <ac:chgData name="Ricardo Neves" userId="a2420d86-c959-463f-a209-2fea3ef854c2" providerId="ADAL" clId="{DFDCD0C2-651F-48EB-9014-B477B62D2459}" dt="2020-06-16T21:49:37.546" v="1313"/>
          <ac:spMkLst>
            <pc:docMk/>
            <pc:sldMk cId="1533287446" sldId="266"/>
            <ac:spMk id="31" creationId="{9A61C751-A7C3-4653-8C9C-1EE9A5BF7A6C}"/>
          </ac:spMkLst>
        </pc:spChg>
        <pc:spChg chg="mod">
          <ac:chgData name="Ricardo Neves" userId="a2420d86-c959-463f-a209-2fea3ef854c2" providerId="ADAL" clId="{DFDCD0C2-651F-48EB-9014-B477B62D2459}" dt="2020-06-16T21:49:37.546" v="1313"/>
          <ac:spMkLst>
            <pc:docMk/>
            <pc:sldMk cId="1533287446" sldId="266"/>
            <ac:spMk id="33" creationId="{4FDE3891-6A31-4BA7-BE51-46B327886F50}"/>
          </ac:spMkLst>
        </pc:spChg>
        <pc:spChg chg="mod">
          <ac:chgData name="Ricardo Neves" userId="a2420d86-c959-463f-a209-2fea3ef854c2" providerId="ADAL" clId="{DFDCD0C2-651F-48EB-9014-B477B62D2459}" dt="2020-06-16T21:49:37.546" v="1313"/>
          <ac:spMkLst>
            <pc:docMk/>
            <pc:sldMk cId="1533287446" sldId="266"/>
            <ac:spMk id="35" creationId="{E06D3B7F-1C71-44BB-97AD-17C71E4DC090}"/>
          </ac:spMkLst>
        </pc:spChg>
        <pc:spChg chg="del mod">
          <ac:chgData name="Ricardo Neves" userId="a2420d86-c959-463f-a209-2fea3ef854c2" providerId="ADAL" clId="{DFDCD0C2-651F-48EB-9014-B477B62D2459}" dt="2020-06-16T21:49:54.902" v="1316" actId="478"/>
          <ac:spMkLst>
            <pc:docMk/>
            <pc:sldMk cId="1533287446" sldId="266"/>
            <ac:spMk id="36" creationId="{81BBC53B-7CAA-4078-832E-A72AED61E19D}"/>
          </ac:spMkLst>
        </pc:spChg>
        <pc:spChg chg="mod">
          <ac:chgData name="Ricardo Neves" userId="a2420d86-c959-463f-a209-2fea3ef854c2" providerId="ADAL" clId="{DFDCD0C2-651F-48EB-9014-B477B62D2459}" dt="2020-06-16T21:50:15.633" v="1355" actId="207"/>
          <ac:spMkLst>
            <pc:docMk/>
            <pc:sldMk cId="1533287446" sldId="266"/>
            <ac:spMk id="37" creationId="{85CA0AF7-8902-4342-B91B-D123B6BD333C}"/>
          </ac:spMkLst>
        </pc:spChg>
        <pc:spChg chg="del mod">
          <ac:chgData name="Ricardo Neves" userId="a2420d86-c959-463f-a209-2fea3ef854c2" providerId="ADAL" clId="{DFDCD0C2-651F-48EB-9014-B477B62D2459}" dt="2020-06-16T21:49:54.055" v="1315" actId="478"/>
          <ac:spMkLst>
            <pc:docMk/>
            <pc:sldMk cId="1533287446" sldId="266"/>
            <ac:spMk id="38" creationId="{3193263E-CE52-4038-849F-D8AFC117DA15}"/>
          </ac:spMkLst>
        </pc:spChg>
        <pc:spChg chg="add del mod">
          <ac:chgData name="Ricardo Neves" userId="a2420d86-c959-463f-a209-2fea3ef854c2" providerId="ADAL" clId="{DFDCD0C2-651F-48EB-9014-B477B62D2459}" dt="2020-06-16T21:50:03.413" v="1320" actId="478"/>
          <ac:spMkLst>
            <pc:docMk/>
            <pc:sldMk cId="1533287446" sldId="266"/>
            <ac:spMk id="39" creationId="{6CB23AF9-CC3C-4155-AF3E-0673708166D8}"/>
          </ac:spMkLst>
        </pc:spChg>
        <pc:spChg chg="del">
          <ac:chgData name="Ricardo Neves" userId="a2420d86-c959-463f-a209-2fea3ef854c2" providerId="ADAL" clId="{DFDCD0C2-651F-48EB-9014-B477B62D2459}" dt="2020-06-16T21:49:29.481" v="1308" actId="478"/>
          <ac:spMkLst>
            <pc:docMk/>
            <pc:sldMk cId="1533287446" sldId="266"/>
            <ac:spMk id="47" creationId="{31F42C29-8F42-4E88-9895-F39CDE8C3632}"/>
          </ac:spMkLst>
        </pc:spChg>
        <pc:spChg chg="add del">
          <ac:chgData name="Ricardo Neves" userId="a2420d86-c959-463f-a209-2fea3ef854c2" providerId="ADAL" clId="{DFDCD0C2-651F-48EB-9014-B477B62D2459}" dt="2020-06-16T21:49:52.559" v="1314"/>
          <ac:spMkLst>
            <pc:docMk/>
            <pc:sldMk cId="1533287446" sldId="266"/>
            <ac:spMk id="48" creationId="{D8A93628-5DDB-4A32-B02F-2DBFE5662095}"/>
          </ac:spMkLst>
        </pc:spChg>
        <pc:spChg chg="del">
          <ac:chgData name="Ricardo Neves" userId="a2420d86-c959-463f-a209-2fea3ef854c2" providerId="ADAL" clId="{DFDCD0C2-651F-48EB-9014-B477B62D2459}" dt="2020-06-16T21:49:30.043" v="1309" actId="478"/>
          <ac:spMkLst>
            <pc:docMk/>
            <pc:sldMk cId="1533287446" sldId="266"/>
            <ac:spMk id="49" creationId="{C173EE93-C03A-4A75-BBCB-62695702A240}"/>
          </ac:spMkLst>
        </pc:spChg>
        <pc:spChg chg="del">
          <ac:chgData name="Ricardo Neves" userId="a2420d86-c959-463f-a209-2fea3ef854c2" providerId="ADAL" clId="{DFDCD0C2-651F-48EB-9014-B477B62D2459}" dt="2020-06-16T21:49:30.491" v="1310" actId="478"/>
          <ac:spMkLst>
            <pc:docMk/>
            <pc:sldMk cId="1533287446" sldId="266"/>
            <ac:spMk id="50" creationId="{465EF8B8-3704-40FB-B039-805863EB53CA}"/>
          </ac:spMkLst>
        </pc:spChg>
        <pc:spChg chg="del">
          <ac:chgData name="Ricardo Neves" userId="a2420d86-c959-463f-a209-2fea3ef854c2" providerId="ADAL" clId="{DFDCD0C2-651F-48EB-9014-B477B62D2459}" dt="2020-06-16T21:49:30.842" v="1311" actId="478"/>
          <ac:spMkLst>
            <pc:docMk/>
            <pc:sldMk cId="1533287446" sldId="266"/>
            <ac:spMk id="51" creationId="{6B032C71-E69C-46DC-940E-88FBD121C5CE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BAB6760-25FD-452F-A327-D0C219C9B708}" type="datetimeFigureOut">
              <a:rPr lang="pt-BR" smtClean="0"/>
              <a:t>30/06/2020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3822756-EFC7-4145-8FE6-F550B5657C7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331617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822756-EFC7-4145-8FE6-F550B5657C71}" type="slidenum">
              <a:rPr lang="pt-BR" smtClean="0"/>
              <a:t>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4341624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822756-EFC7-4145-8FE6-F550B5657C71}" type="slidenum">
              <a:rPr lang="pt-BR" smtClean="0"/>
              <a:t>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8838268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822756-EFC7-4145-8FE6-F550B5657C71}" type="slidenum">
              <a:rPr lang="pt-BR" smtClean="0"/>
              <a:t>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330515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822756-EFC7-4145-8FE6-F550B5657C71}" type="slidenum">
              <a:rPr lang="pt-BR" smtClean="0"/>
              <a:t>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7625074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822756-EFC7-4145-8FE6-F550B5657C71}" type="slidenum">
              <a:rPr lang="pt-BR" smtClean="0"/>
              <a:t>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4119530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D7C4011-ACEF-489F-8C2C-DBFF0B38F1C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42A3A54A-3E39-48C9-96B6-01652EFD8EF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714CD25-635F-4A5A-8D9C-F23578ACB6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26F90A-42AD-4C2E-900C-A24368ECB301}" type="datetimeFigureOut">
              <a:rPr lang="pt-BR" smtClean="0"/>
              <a:t>30/06/2020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B559CFE-E77D-4B29-B9D7-0F49007DB0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3743A0E-F845-4F65-AD8F-75569157FD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B42B8A-0412-4703-8B99-3C945217E61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626293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D653C9F-D80D-4D51-B582-85958663D9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F53C707-6A4A-4349-A7B4-64EA234E9F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D7B8219-451F-49EE-9037-9B6536CE73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26F90A-42AD-4C2E-900C-A24368ECB301}" type="datetimeFigureOut">
              <a:rPr lang="pt-BR" smtClean="0"/>
              <a:t>30/06/2020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431F47E-E5FB-4A31-8104-2B494D6555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088226A-0E4E-4740-B3F4-1A1ABC54EE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B42B8A-0412-4703-8B99-3C945217E61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546495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C27CDAF-A1D5-4ABD-955B-4E16C6D382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BD52F733-E412-47CC-8552-CE96B7F96D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1557361F-9E7B-4BF2-A256-2BBDF04603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26F90A-42AD-4C2E-900C-A24368ECB301}" type="datetimeFigureOut">
              <a:rPr lang="pt-BR" smtClean="0"/>
              <a:t>30/06/2020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636A877D-315E-40F2-97EF-96329AC99E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D4ACFF6-0291-435A-AEE6-01EBE73E15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B42B8A-0412-4703-8B99-3C945217E61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044025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047B6D2-9999-48E5-8C35-45261EE187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05CE2EE-D409-4879-AFD6-5F866BAE878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114BD19B-A9DB-47A5-AFE9-FB6C1E8C848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5627359A-A25D-4553-B6A7-0AE6451EBE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26F90A-42AD-4C2E-900C-A24368ECB301}" type="datetimeFigureOut">
              <a:rPr lang="pt-BR" smtClean="0"/>
              <a:t>30/06/2020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14BA94CD-081D-4265-BFBF-6CEAFF3C1D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0B28AD58-CA90-4426-8888-F7333FBC47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B42B8A-0412-4703-8B99-3C945217E61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393333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130C083-0C11-4F80-B036-D16D8ADF0F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B95B96F9-F13E-4CBC-B82F-D9D5BCA523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75D007FE-0B12-4ECE-8DB3-36DFF29F5A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E0C22B96-D6FF-4629-83F7-E19540A8EB8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A2462F86-1FAA-4552-8D64-2CB2DF6EC6F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24D0385C-A5A8-4F84-8FC2-B69D1B78D4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26F90A-42AD-4C2E-900C-A24368ECB301}" type="datetimeFigureOut">
              <a:rPr lang="pt-BR" smtClean="0"/>
              <a:t>30/06/2020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3BDE968A-4922-4F42-B042-5F03CB3361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B4AFA965-5064-413E-926A-A87EF90C4B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B42B8A-0412-4703-8B99-3C945217E61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426461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DF514BF-B8B9-4772-B295-7D5F97BEE7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F6D83555-B322-4787-99B1-0C16CBC4E9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26F90A-42AD-4C2E-900C-A24368ECB301}" type="datetimeFigureOut">
              <a:rPr lang="pt-BR" smtClean="0"/>
              <a:t>30/06/2020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46CDDD28-2749-439B-A072-7F97E1FF8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450DB404-4BAD-4C3A-A3FF-ADFFC3B6EC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B42B8A-0412-4703-8B99-3C945217E61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051081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95FC2B77-0732-4C9B-8D28-4FB16F85EA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26F90A-42AD-4C2E-900C-A24368ECB301}" type="datetimeFigureOut">
              <a:rPr lang="pt-BR" smtClean="0"/>
              <a:t>30/06/2020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B1E3C9B5-A214-40A1-8B33-8F5CB50442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82474588-352F-48AD-84F5-1C813539A8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B42B8A-0412-4703-8B99-3C945217E61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083770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ECA43DF-58A6-48FA-A2C5-F14A441A1B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35C831D-979B-4828-8E86-82DE8F41E3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030DE9EF-B21F-469C-A394-5A221B3AA66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C3013F8C-9CBF-4C27-89B7-E64A4D42D5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26F90A-42AD-4C2E-900C-A24368ECB301}" type="datetimeFigureOut">
              <a:rPr lang="pt-BR" smtClean="0"/>
              <a:t>30/06/2020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F0A058DB-3CDE-4179-962E-EA93C314E0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58756EA1-FA6C-49D6-837C-9C69173058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B42B8A-0412-4703-8B99-3C945217E61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987566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73B62D0-218C-4BE0-B2DF-849FA9853A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F368C4B4-6F98-4BD8-BA86-B9F2568030C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00948BA6-19FE-42F1-98A7-DA7E485D114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FFAF69A2-CD58-4BD4-BAB4-BC6390D6B0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26F90A-42AD-4C2E-900C-A24368ECB301}" type="datetimeFigureOut">
              <a:rPr lang="pt-BR" smtClean="0"/>
              <a:t>30/06/2020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C31F372D-6CE2-4B30-A71C-2075AB259B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43B54E70-C402-4027-9ED9-91AD619BC7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B42B8A-0412-4703-8B99-3C945217E61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522100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DB80DE9-D994-427E-A16A-E7E8770AD2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8023F38C-861A-495C-9DE0-781B12AC194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EFDD34B-8474-4002-8C8E-E2A3D9CEE7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26F90A-42AD-4C2E-900C-A24368ECB301}" type="datetimeFigureOut">
              <a:rPr lang="pt-BR" smtClean="0"/>
              <a:t>30/06/2020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03DEA07-3CF0-4657-82A6-EE591F747F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2B2C0FB-0029-4BB4-991B-BA939C3BCB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B42B8A-0412-4703-8B99-3C945217E61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903342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7E4DDD3A-FF3E-4265-986E-0E9244CF410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86C2B48F-4048-42A7-A8E0-1EAADF79DE1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B27AEAD-5E36-4F86-8A14-DE5692D8F4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26F90A-42AD-4C2E-900C-A24368ECB301}" type="datetimeFigureOut">
              <a:rPr lang="pt-BR" smtClean="0"/>
              <a:t>30/06/2020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E46B118-C1CC-4E22-9414-68A9C74AF8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5E50A2B-5F9E-4BA9-83E3-15A85D96C0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B42B8A-0412-4703-8B99-3C945217E61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178295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0BBD1C93-9E8C-40C8-87B4-7F09CA5283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E82DA44C-5887-4736-857E-08B147ED23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4204D134-F236-4A47-8552-8F232F25623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E26F90A-42AD-4C2E-900C-A24368ECB301}" type="datetimeFigureOut">
              <a:rPr lang="pt-BR" smtClean="0"/>
              <a:t>30/06/2020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FF48821-BA49-4A26-98EF-5F0E4CDEAEE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4986C67-407C-4B84-A23A-DE0BF3C1319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AB42B8A-0412-4703-8B99-3C945217E61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858268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>
            <a:extLst>
              <a:ext uri="{FF2B5EF4-FFF2-40B4-BE49-F238E27FC236}">
                <a16:creationId xmlns:a16="http://schemas.microsoft.com/office/drawing/2014/main" id="{3106C6AA-BA07-481B-91EF-BBA265255165}"/>
              </a:ext>
            </a:extLst>
          </p:cNvPr>
          <p:cNvSpPr/>
          <p:nvPr/>
        </p:nvSpPr>
        <p:spPr>
          <a:xfrm>
            <a:off x="0" y="-1"/>
            <a:ext cx="12192000" cy="6858000"/>
          </a:xfrm>
          <a:prstGeom prst="rect">
            <a:avLst/>
          </a:prstGeom>
          <a:gradFill flip="none" rotWithShape="1">
            <a:gsLst>
              <a:gs pos="39000">
                <a:srgbClr val="261F81"/>
              </a:gs>
              <a:gs pos="87000">
                <a:srgbClr val="12064D"/>
              </a:gs>
            </a:gsLst>
            <a:path path="circle">
              <a:fillToRect l="50000" t="-80000" r="50000" b="180000"/>
            </a:path>
            <a:tileRect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30" name="Imagem 29" descr="Fundo preto com estrelas&#10;&#10;Descrição gerada automaticamente">
            <a:extLst>
              <a:ext uri="{FF2B5EF4-FFF2-40B4-BE49-F238E27FC236}">
                <a16:creationId xmlns:a16="http://schemas.microsoft.com/office/drawing/2014/main" id="{6096CC37-7FED-4049-8F71-E52B290CFCFE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6431" y="-3"/>
            <a:ext cx="10855569" cy="6106257"/>
          </a:xfrm>
          <a:prstGeom prst="rect">
            <a:avLst/>
          </a:prstGeom>
        </p:spPr>
      </p:pic>
      <p:sp>
        <p:nvSpPr>
          <p:cNvPr id="7" name="Retângulo: Cantos Arredondados 6">
            <a:extLst>
              <a:ext uri="{FF2B5EF4-FFF2-40B4-BE49-F238E27FC236}">
                <a16:creationId xmlns:a16="http://schemas.microsoft.com/office/drawing/2014/main" id="{591FED34-0670-48D2-A363-9ECB25C41D8E}"/>
              </a:ext>
            </a:extLst>
          </p:cNvPr>
          <p:cNvSpPr/>
          <p:nvPr/>
        </p:nvSpPr>
        <p:spPr>
          <a:xfrm>
            <a:off x="816823" y="1011163"/>
            <a:ext cx="3615772" cy="2799918"/>
          </a:xfrm>
          <a:prstGeom prst="roundRect">
            <a:avLst>
              <a:gd name="adj" fmla="val 907"/>
            </a:avLst>
          </a:prstGeom>
          <a:gradFill flip="none" rotWithShape="1">
            <a:gsLst>
              <a:gs pos="50000">
                <a:srgbClr val="274DB7"/>
              </a:gs>
              <a:gs pos="0">
                <a:srgbClr val="118DFF"/>
              </a:gs>
              <a:gs pos="100000">
                <a:srgbClr val="261F81"/>
              </a:gs>
            </a:gsLst>
            <a:lin ang="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5" name="Retângulo: Cantos Arredondados 24">
            <a:extLst>
              <a:ext uri="{FF2B5EF4-FFF2-40B4-BE49-F238E27FC236}">
                <a16:creationId xmlns:a16="http://schemas.microsoft.com/office/drawing/2014/main" id="{77765F54-D24C-4DC9-8CB3-23A7FD6C72EE}"/>
              </a:ext>
            </a:extLst>
          </p:cNvPr>
          <p:cNvSpPr/>
          <p:nvPr/>
        </p:nvSpPr>
        <p:spPr>
          <a:xfrm>
            <a:off x="6512211" y="3991083"/>
            <a:ext cx="5505449" cy="2686916"/>
          </a:xfrm>
          <a:prstGeom prst="roundRect">
            <a:avLst>
              <a:gd name="adj" fmla="val 1075"/>
            </a:avLst>
          </a:prstGeom>
          <a:gradFill flip="none" rotWithShape="1">
            <a:gsLst>
              <a:gs pos="25000">
                <a:srgbClr val="261F81"/>
              </a:gs>
              <a:gs pos="100000">
                <a:srgbClr val="12064D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6" name="Retângulo: Cantos Arredondados 25">
            <a:extLst>
              <a:ext uri="{FF2B5EF4-FFF2-40B4-BE49-F238E27FC236}">
                <a16:creationId xmlns:a16="http://schemas.microsoft.com/office/drawing/2014/main" id="{1CD96577-F868-4CD0-B0D4-1F4F10891256}"/>
              </a:ext>
            </a:extLst>
          </p:cNvPr>
          <p:cNvSpPr/>
          <p:nvPr/>
        </p:nvSpPr>
        <p:spPr>
          <a:xfrm>
            <a:off x="8401888" y="1011163"/>
            <a:ext cx="3615772" cy="2799918"/>
          </a:xfrm>
          <a:prstGeom prst="roundRect">
            <a:avLst>
              <a:gd name="adj" fmla="val 907"/>
            </a:avLst>
          </a:prstGeom>
          <a:gradFill flip="none" rotWithShape="1">
            <a:gsLst>
              <a:gs pos="50000">
                <a:srgbClr val="90249E"/>
              </a:gs>
              <a:gs pos="0">
                <a:srgbClr val="E43CCE"/>
              </a:gs>
              <a:gs pos="100000">
                <a:srgbClr val="261F81"/>
              </a:gs>
            </a:gsLst>
            <a:lin ang="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7" name="Retângulo: Cantos Arredondados 26">
            <a:extLst>
              <a:ext uri="{FF2B5EF4-FFF2-40B4-BE49-F238E27FC236}">
                <a16:creationId xmlns:a16="http://schemas.microsoft.com/office/drawing/2014/main" id="{2A630E78-4468-4803-A4F8-72AABE3C924F}"/>
              </a:ext>
            </a:extLst>
          </p:cNvPr>
          <p:cNvSpPr/>
          <p:nvPr/>
        </p:nvSpPr>
        <p:spPr>
          <a:xfrm>
            <a:off x="4611776" y="1011163"/>
            <a:ext cx="3615772" cy="2799918"/>
          </a:xfrm>
          <a:prstGeom prst="roundRect">
            <a:avLst>
              <a:gd name="adj" fmla="val 907"/>
            </a:avLst>
          </a:prstGeom>
          <a:gradFill flip="none" rotWithShape="1">
            <a:gsLst>
              <a:gs pos="50000">
                <a:srgbClr val="1E7288"/>
              </a:gs>
              <a:gs pos="0">
                <a:srgbClr val="00D7A1"/>
              </a:gs>
              <a:gs pos="100000">
                <a:srgbClr val="261F81"/>
              </a:gs>
            </a:gsLst>
            <a:lin ang="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32" name="Retângulo: Cantos Arredondados 31">
            <a:extLst>
              <a:ext uri="{FF2B5EF4-FFF2-40B4-BE49-F238E27FC236}">
                <a16:creationId xmlns:a16="http://schemas.microsoft.com/office/drawing/2014/main" id="{7302A991-98E6-4C08-8B27-FCAFBCBCCFC5}"/>
              </a:ext>
            </a:extLst>
          </p:cNvPr>
          <p:cNvSpPr/>
          <p:nvPr/>
        </p:nvSpPr>
        <p:spPr>
          <a:xfrm>
            <a:off x="817350" y="3991083"/>
            <a:ext cx="5505449" cy="2686916"/>
          </a:xfrm>
          <a:prstGeom prst="roundRect">
            <a:avLst>
              <a:gd name="adj" fmla="val 1075"/>
            </a:avLst>
          </a:prstGeom>
          <a:gradFill flip="none" rotWithShape="1">
            <a:gsLst>
              <a:gs pos="25000">
                <a:srgbClr val="261F81"/>
              </a:gs>
              <a:gs pos="100000">
                <a:srgbClr val="12064D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pic>
        <p:nvPicPr>
          <p:cNvPr id="34" name="Imagem 33" descr="Uma imagem contendo desenho&#10;&#10;Descrição gerada automaticamente">
            <a:extLst>
              <a:ext uri="{FF2B5EF4-FFF2-40B4-BE49-F238E27FC236}">
                <a16:creationId xmlns:a16="http://schemas.microsoft.com/office/drawing/2014/main" id="{C51A98E8-E2D1-454D-A6EF-B09F6081A99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26288" y="1338583"/>
            <a:ext cx="468000" cy="468000"/>
          </a:xfrm>
          <a:prstGeom prst="rect">
            <a:avLst/>
          </a:prstGeom>
        </p:spPr>
      </p:pic>
      <p:pic>
        <p:nvPicPr>
          <p:cNvPr id="40" name="Imagem 39" descr="Uma imagem contendo desenho&#10;&#10;Descrição gerada automaticamente">
            <a:extLst>
              <a:ext uri="{FF2B5EF4-FFF2-40B4-BE49-F238E27FC236}">
                <a16:creationId xmlns:a16="http://schemas.microsoft.com/office/drawing/2014/main" id="{EDD11614-117A-4575-BECD-F2D3038E170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42598" y="1338583"/>
            <a:ext cx="468000" cy="468000"/>
          </a:xfrm>
          <a:prstGeom prst="rect">
            <a:avLst/>
          </a:prstGeom>
        </p:spPr>
      </p:pic>
      <p:pic>
        <p:nvPicPr>
          <p:cNvPr id="42" name="Imagem 41" descr="Uma imagem contendo texto, desenho&#10;&#10;Descrição gerada automaticamente">
            <a:extLst>
              <a:ext uri="{FF2B5EF4-FFF2-40B4-BE49-F238E27FC236}">
                <a16:creationId xmlns:a16="http://schemas.microsoft.com/office/drawing/2014/main" id="{190D063A-FF9E-47DE-BB60-05F0E82DFED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40047" y="1338583"/>
            <a:ext cx="450013" cy="468000"/>
          </a:xfrm>
          <a:prstGeom prst="rect">
            <a:avLst/>
          </a:prstGeom>
        </p:spPr>
      </p:pic>
      <p:pic>
        <p:nvPicPr>
          <p:cNvPr id="43" name="Imagem 42" descr="Uma imagem contendo desenho&#10;&#10;Descrição gerada automaticamente">
            <a:extLst>
              <a:ext uri="{FF2B5EF4-FFF2-40B4-BE49-F238E27FC236}">
                <a16:creationId xmlns:a16="http://schemas.microsoft.com/office/drawing/2014/main" id="{22F8798F-E06A-49DB-923B-ED7B1C77EB01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12709" y="1103099"/>
            <a:ext cx="1224000" cy="1224000"/>
          </a:xfrm>
          <a:prstGeom prst="rect">
            <a:avLst/>
          </a:prstGeom>
        </p:spPr>
      </p:pic>
      <p:pic>
        <p:nvPicPr>
          <p:cNvPr id="44" name="Imagem 43" descr="Uma imagem contendo desenho&#10;&#10;Descrição gerada automaticamente">
            <a:extLst>
              <a:ext uri="{FF2B5EF4-FFF2-40B4-BE49-F238E27FC236}">
                <a16:creationId xmlns:a16="http://schemas.microsoft.com/office/drawing/2014/main" id="{E04A3EA3-5D04-4F99-AA13-C657F4E1E84A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07662" y="1103114"/>
            <a:ext cx="1224000" cy="1224000"/>
          </a:xfrm>
          <a:prstGeom prst="rect">
            <a:avLst/>
          </a:prstGeom>
        </p:spPr>
      </p:pic>
      <p:pic>
        <p:nvPicPr>
          <p:cNvPr id="45" name="Imagem 44" descr="Uma imagem contendo texto, desenho&#10;&#10;Descrição gerada automaticamente">
            <a:extLst>
              <a:ext uri="{FF2B5EF4-FFF2-40B4-BE49-F238E27FC236}">
                <a16:creationId xmlns:a16="http://schemas.microsoft.com/office/drawing/2014/main" id="{B450DD58-62EC-43B0-B314-8ADAD7E953D6}"/>
              </a:ext>
            </a:extLst>
          </p:cNvPr>
          <p:cNvPicPr>
            <a:picLocks noChangeAspect="1"/>
          </p:cNvPicPr>
          <p:nvPr/>
        </p:nvPicPr>
        <p:blipFill>
          <a:blip r:embed="rId6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21294" y="1103099"/>
            <a:ext cx="1176959" cy="1224000"/>
          </a:xfrm>
          <a:prstGeom prst="rect">
            <a:avLst/>
          </a:prstGeom>
        </p:spPr>
      </p:pic>
      <p:sp>
        <p:nvSpPr>
          <p:cNvPr id="57" name="Forma Livre: Forma 56">
            <a:extLst>
              <a:ext uri="{FF2B5EF4-FFF2-40B4-BE49-F238E27FC236}">
                <a16:creationId xmlns:a16="http://schemas.microsoft.com/office/drawing/2014/main" id="{6D827A2C-6718-4910-A7DB-659B7291C8E6}"/>
              </a:ext>
            </a:extLst>
          </p:cNvPr>
          <p:cNvSpPr/>
          <p:nvPr/>
        </p:nvSpPr>
        <p:spPr>
          <a:xfrm rot="16200000">
            <a:off x="-3112199" y="3112200"/>
            <a:ext cx="6857999" cy="633600"/>
          </a:xfrm>
          <a:custGeom>
            <a:avLst/>
            <a:gdLst>
              <a:gd name="connsiteX0" fmla="*/ 6857999 w 6857999"/>
              <a:gd name="connsiteY0" fmla="*/ 0 h 633600"/>
              <a:gd name="connsiteX1" fmla="*/ 6857999 w 6857999"/>
              <a:gd name="connsiteY1" fmla="*/ 633600 h 633600"/>
              <a:gd name="connsiteX2" fmla="*/ 5855041 w 6857999"/>
              <a:gd name="connsiteY2" fmla="*/ 633600 h 633600"/>
              <a:gd name="connsiteX3" fmla="*/ 5855041 w 6857999"/>
              <a:gd name="connsiteY3" fmla="*/ 115474 h 633600"/>
              <a:gd name="connsiteX4" fmla="*/ 5804243 w 6857999"/>
              <a:gd name="connsiteY4" fmla="*/ 64676 h 633600"/>
              <a:gd name="connsiteX5" fmla="*/ 5392415 w 6857999"/>
              <a:gd name="connsiteY5" fmla="*/ 64676 h 633600"/>
              <a:gd name="connsiteX6" fmla="*/ 5341617 w 6857999"/>
              <a:gd name="connsiteY6" fmla="*/ 115474 h 633600"/>
              <a:gd name="connsiteX7" fmla="*/ 5341617 w 6857999"/>
              <a:gd name="connsiteY7" fmla="*/ 633600 h 633600"/>
              <a:gd name="connsiteX8" fmla="*/ 0 w 6857999"/>
              <a:gd name="connsiteY8" fmla="*/ 633600 h 633600"/>
              <a:gd name="connsiteX9" fmla="*/ 0 w 6857999"/>
              <a:gd name="connsiteY9" fmla="*/ 0 h 633600"/>
              <a:gd name="connsiteX10" fmla="*/ 6857999 w 6857999"/>
              <a:gd name="connsiteY10" fmla="*/ 0 h 633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6857999" h="633600">
                <a:moveTo>
                  <a:pt x="6857999" y="0"/>
                </a:moveTo>
                <a:lnTo>
                  <a:pt x="6857999" y="633600"/>
                </a:lnTo>
                <a:lnTo>
                  <a:pt x="5855041" y="633600"/>
                </a:lnTo>
                <a:lnTo>
                  <a:pt x="5855041" y="115474"/>
                </a:lnTo>
                <a:cubicBezTo>
                  <a:pt x="5855041" y="87419"/>
                  <a:pt x="5832298" y="64676"/>
                  <a:pt x="5804243" y="64676"/>
                </a:cubicBezTo>
                <a:lnTo>
                  <a:pt x="5392415" y="64676"/>
                </a:lnTo>
                <a:cubicBezTo>
                  <a:pt x="5364360" y="64676"/>
                  <a:pt x="5341617" y="87419"/>
                  <a:pt x="5341617" y="115474"/>
                </a:cubicBezTo>
                <a:lnTo>
                  <a:pt x="5341617" y="633600"/>
                </a:lnTo>
                <a:lnTo>
                  <a:pt x="0" y="633600"/>
                </a:lnTo>
                <a:lnTo>
                  <a:pt x="0" y="0"/>
                </a:lnTo>
                <a:lnTo>
                  <a:pt x="6857999" y="0"/>
                </a:lnTo>
                <a:close/>
              </a:path>
            </a:pathLst>
          </a:custGeom>
          <a:gradFill flip="none" rotWithShape="1">
            <a:gsLst>
              <a:gs pos="0">
                <a:srgbClr val="261F81"/>
              </a:gs>
              <a:gs pos="100000">
                <a:srgbClr val="12064D"/>
              </a:gs>
            </a:gsLst>
            <a:lin ang="108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373906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tângulo 32">
            <a:extLst>
              <a:ext uri="{FF2B5EF4-FFF2-40B4-BE49-F238E27FC236}">
                <a16:creationId xmlns:a16="http://schemas.microsoft.com/office/drawing/2014/main" id="{60F05B1F-047C-4628-8986-AA8FFB76A48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39000">
                <a:srgbClr val="261F81"/>
              </a:gs>
              <a:gs pos="87000">
                <a:srgbClr val="12064D"/>
              </a:gs>
            </a:gsLst>
            <a:path path="circle">
              <a:fillToRect l="50000" t="-80000" r="50000" b="180000"/>
            </a:path>
            <a:tileRect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30" name="Imagem 29" descr="Fundo preto com estrelas&#10;&#10;Descrição gerada automaticamente">
            <a:extLst>
              <a:ext uri="{FF2B5EF4-FFF2-40B4-BE49-F238E27FC236}">
                <a16:creationId xmlns:a16="http://schemas.microsoft.com/office/drawing/2014/main" id="{6096CC37-7FED-4049-8F71-E52B290CFCFE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6431" y="-3"/>
            <a:ext cx="10855569" cy="6106257"/>
          </a:xfrm>
          <a:prstGeom prst="rect">
            <a:avLst/>
          </a:prstGeom>
          <a:noFill/>
        </p:spPr>
      </p:pic>
      <p:sp>
        <p:nvSpPr>
          <p:cNvPr id="37" name="Retângulo: Cantos Arredondados 36">
            <a:extLst>
              <a:ext uri="{FF2B5EF4-FFF2-40B4-BE49-F238E27FC236}">
                <a16:creationId xmlns:a16="http://schemas.microsoft.com/office/drawing/2014/main" id="{4FE4875C-778B-4E92-AE9C-005A2243D85A}"/>
              </a:ext>
            </a:extLst>
          </p:cNvPr>
          <p:cNvSpPr/>
          <p:nvPr/>
        </p:nvSpPr>
        <p:spPr>
          <a:xfrm>
            <a:off x="817351" y="4093829"/>
            <a:ext cx="11200310" cy="2584170"/>
          </a:xfrm>
          <a:prstGeom prst="roundRect">
            <a:avLst>
              <a:gd name="adj" fmla="val 1200"/>
            </a:avLst>
          </a:prstGeom>
          <a:gradFill flip="none" rotWithShape="1">
            <a:gsLst>
              <a:gs pos="25000">
                <a:srgbClr val="261F81">
                  <a:lumMod val="93000"/>
                  <a:lumOff val="7000"/>
                </a:srgbClr>
              </a:gs>
              <a:gs pos="100000">
                <a:srgbClr val="12064D">
                  <a:lumMod val="93000"/>
                  <a:lumOff val="7000"/>
                </a:srgbClr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41" name="Retângulo: Cantos Arredondados 40">
            <a:extLst>
              <a:ext uri="{FF2B5EF4-FFF2-40B4-BE49-F238E27FC236}">
                <a16:creationId xmlns:a16="http://schemas.microsoft.com/office/drawing/2014/main" id="{C3B9FAF2-DFE4-48D1-8B2D-E7F213D6DDF6}"/>
              </a:ext>
            </a:extLst>
          </p:cNvPr>
          <p:cNvSpPr/>
          <p:nvPr/>
        </p:nvSpPr>
        <p:spPr>
          <a:xfrm>
            <a:off x="812645" y="1577130"/>
            <a:ext cx="11200310" cy="2336540"/>
          </a:xfrm>
          <a:prstGeom prst="roundRect">
            <a:avLst>
              <a:gd name="adj" fmla="val 976"/>
            </a:avLst>
          </a:prstGeom>
          <a:gradFill flip="none" rotWithShape="1">
            <a:gsLst>
              <a:gs pos="25000">
                <a:srgbClr val="261F81">
                  <a:lumMod val="93000"/>
                  <a:lumOff val="7000"/>
                </a:srgbClr>
              </a:gs>
              <a:gs pos="100000">
                <a:srgbClr val="12064D">
                  <a:lumMod val="93000"/>
                  <a:lumOff val="7000"/>
                </a:srgbClr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35" name="Forma Livre: Forma 34">
            <a:extLst>
              <a:ext uri="{FF2B5EF4-FFF2-40B4-BE49-F238E27FC236}">
                <a16:creationId xmlns:a16="http://schemas.microsoft.com/office/drawing/2014/main" id="{8906FFB2-F101-4A58-9485-8719B9B3B704}"/>
              </a:ext>
            </a:extLst>
          </p:cNvPr>
          <p:cNvSpPr/>
          <p:nvPr/>
        </p:nvSpPr>
        <p:spPr>
          <a:xfrm>
            <a:off x="0" y="0"/>
            <a:ext cx="633600" cy="6857999"/>
          </a:xfrm>
          <a:custGeom>
            <a:avLst/>
            <a:gdLst>
              <a:gd name="connsiteX0" fmla="*/ 0 w 633600"/>
              <a:gd name="connsiteY0" fmla="*/ 0 h 6857999"/>
              <a:gd name="connsiteX1" fmla="*/ 633600 w 633600"/>
              <a:gd name="connsiteY1" fmla="*/ 0 h 6857999"/>
              <a:gd name="connsiteX2" fmla="*/ 633600 w 633600"/>
              <a:gd name="connsiteY2" fmla="*/ 1581841 h 6857999"/>
              <a:gd name="connsiteX3" fmla="*/ 115474 w 633600"/>
              <a:gd name="connsiteY3" fmla="*/ 1581841 h 6857999"/>
              <a:gd name="connsiteX4" fmla="*/ 64676 w 633600"/>
              <a:gd name="connsiteY4" fmla="*/ 1632639 h 6857999"/>
              <a:gd name="connsiteX5" fmla="*/ 64676 w 633600"/>
              <a:gd name="connsiteY5" fmla="*/ 2044467 h 6857999"/>
              <a:gd name="connsiteX6" fmla="*/ 115474 w 633600"/>
              <a:gd name="connsiteY6" fmla="*/ 2095265 h 6857999"/>
              <a:gd name="connsiteX7" fmla="*/ 633600 w 633600"/>
              <a:gd name="connsiteY7" fmla="*/ 2095265 h 6857999"/>
              <a:gd name="connsiteX8" fmla="*/ 633600 w 633600"/>
              <a:gd name="connsiteY8" fmla="*/ 6857999 h 6857999"/>
              <a:gd name="connsiteX9" fmla="*/ 0 w 633600"/>
              <a:gd name="connsiteY9" fmla="*/ 6857999 h 6857999"/>
              <a:gd name="connsiteX10" fmla="*/ 0 w 633600"/>
              <a:gd name="connsiteY10" fmla="*/ 0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633600" h="6857999">
                <a:moveTo>
                  <a:pt x="0" y="0"/>
                </a:moveTo>
                <a:lnTo>
                  <a:pt x="633600" y="0"/>
                </a:lnTo>
                <a:lnTo>
                  <a:pt x="633600" y="1581841"/>
                </a:lnTo>
                <a:lnTo>
                  <a:pt x="115474" y="1581841"/>
                </a:lnTo>
                <a:cubicBezTo>
                  <a:pt x="87419" y="1581841"/>
                  <a:pt x="64676" y="1604584"/>
                  <a:pt x="64676" y="1632639"/>
                </a:cubicBezTo>
                <a:lnTo>
                  <a:pt x="64676" y="2044467"/>
                </a:lnTo>
                <a:cubicBezTo>
                  <a:pt x="64676" y="2072522"/>
                  <a:pt x="87419" y="2095265"/>
                  <a:pt x="115474" y="2095265"/>
                </a:cubicBezTo>
                <a:lnTo>
                  <a:pt x="633600" y="2095265"/>
                </a:lnTo>
                <a:lnTo>
                  <a:pt x="633600" y="6857999"/>
                </a:lnTo>
                <a:lnTo>
                  <a:pt x="0" y="6857999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261F81"/>
              </a:gs>
              <a:gs pos="100000">
                <a:srgbClr val="12064D"/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611926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tângulo 32">
            <a:extLst>
              <a:ext uri="{FF2B5EF4-FFF2-40B4-BE49-F238E27FC236}">
                <a16:creationId xmlns:a16="http://schemas.microsoft.com/office/drawing/2014/main" id="{60F05B1F-047C-4628-8986-AA8FFB76A48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39000">
                <a:srgbClr val="261F81"/>
              </a:gs>
              <a:gs pos="87000">
                <a:srgbClr val="12064D"/>
              </a:gs>
            </a:gsLst>
            <a:path path="circle">
              <a:fillToRect l="50000" t="-80000" r="50000" b="180000"/>
            </a:path>
            <a:tileRect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30" name="Imagem 29" descr="Fundo preto com estrelas&#10;&#10;Descrição gerada automaticamente">
            <a:extLst>
              <a:ext uri="{FF2B5EF4-FFF2-40B4-BE49-F238E27FC236}">
                <a16:creationId xmlns:a16="http://schemas.microsoft.com/office/drawing/2014/main" id="{6096CC37-7FED-4049-8F71-E52B290CFCFE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6431" y="-3"/>
            <a:ext cx="10855569" cy="6106257"/>
          </a:xfrm>
          <a:prstGeom prst="rect">
            <a:avLst/>
          </a:prstGeom>
        </p:spPr>
      </p:pic>
      <p:sp>
        <p:nvSpPr>
          <p:cNvPr id="37" name="Retângulo: Cantos Arredondados 36">
            <a:extLst>
              <a:ext uri="{FF2B5EF4-FFF2-40B4-BE49-F238E27FC236}">
                <a16:creationId xmlns:a16="http://schemas.microsoft.com/office/drawing/2014/main" id="{4FE4875C-778B-4E92-AE9C-005A2243D85A}"/>
              </a:ext>
            </a:extLst>
          </p:cNvPr>
          <p:cNvSpPr/>
          <p:nvPr/>
        </p:nvSpPr>
        <p:spPr>
          <a:xfrm>
            <a:off x="817351" y="3493245"/>
            <a:ext cx="11200310" cy="3184753"/>
          </a:xfrm>
          <a:prstGeom prst="roundRect">
            <a:avLst>
              <a:gd name="adj" fmla="val 798"/>
            </a:avLst>
          </a:prstGeom>
          <a:gradFill flip="none" rotWithShape="1">
            <a:gsLst>
              <a:gs pos="25000">
                <a:srgbClr val="261F81">
                  <a:lumMod val="93000"/>
                  <a:lumOff val="7000"/>
                </a:srgbClr>
              </a:gs>
              <a:gs pos="100000">
                <a:srgbClr val="12064D">
                  <a:lumMod val="93000"/>
                  <a:lumOff val="7000"/>
                </a:srgbClr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41" name="Retângulo: Cantos Arredondados 40">
            <a:extLst>
              <a:ext uri="{FF2B5EF4-FFF2-40B4-BE49-F238E27FC236}">
                <a16:creationId xmlns:a16="http://schemas.microsoft.com/office/drawing/2014/main" id="{C3B9FAF2-DFE4-48D1-8B2D-E7F213D6DDF6}"/>
              </a:ext>
            </a:extLst>
          </p:cNvPr>
          <p:cNvSpPr/>
          <p:nvPr/>
        </p:nvSpPr>
        <p:spPr>
          <a:xfrm>
            <a:off x="817350" y="1780688"/>
            <a:ext cx="11200310" cy="1532557"/>
          </a:xfrm>
          <a:prstGeom prst="roundRect">
            <a:avLst>
              <a:gd name="adj" fmla="val 1657"/>
            </a:avLst>
          </a:prstGeom>
          <a:gradFill flip="none" rotWithShape="1">
            <a:gsLst>
              <a:gs pos="25000">
                <a:srgbClr val="261F81">
                  <a:lumMod val="93000"/>
                  <a:lumOff val="7000"/>
                </a:srgbClr>
              </a:gs>
              <a:gs pos="100000">
                <a:srgbClr val="12064D">
                  <a:lumMod val="93000"/>
                  <a:lumOff val="7000"/>
                </a:srgbClr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11" name="Forma Livre: Forma 10">
            <a:extLst>
              <a:ext uri="{FF2B5EF4-FFF2-40B4-BE49-F238E27FC236}">
                <a16:creationId xmlns:a16="http://schemas.microsoft.com/office/drawing/2014/main" id="{35CB8541-30CF-4281-86C6-EA1FAAECCC15}"/>
              </a:ext>
            </a:extLst>
          </p:cNvPr>
          <p:cNvSpPr/>
          <p:nvPr/>
        </p:nvSpPr>
        <p:spPr>
          <a:xfrm>
            <a:off x="0" y="0"/>
            <a:ext cx="633600" cy="6857999"/>
          </a:xfrm>
          <a:custGeom>
            <a:avLst/>
            <a:gdLst>
              <a:gd name="connsiteX0" fmla="*/ 0 w 633600"/>
              <a:gd name="connsiteY0" fmla="*/ 0 h 6857999"/>
              <a:gd name="connsiteX1" fmla="*/ 633600 w 633600"/>
              <a:gd name="connsiteY1" fmla="*/ 0 h 6857999"/>
              <a:gd name="connsiteX2" fmla="*/ 633600 w 633600"/>
              <a:gd name="connsiteY2" fmla="*/ 2160724 h 6857999"/>
              <a:gd name="connsiteX3" fmla="*/ 115474 w 633600"/>
              <a:gd name="connsiteY3" fmla="*/ 2160724 h 6857999"/>
              <a:gd name="connsiteX4" fmla="*/ 64676 w 633600"/>
              <a:gd name="connsiteY4" fmla="*/ 2211522 h 6857999"/>
              <a:gd name="connsiteX5" fmla="*/ 64676 w 633600"/>
              <a:gd name="connsiteY5" fmla="*/ 2623350 h 6857999"/>
              <a:gd name="connsiteX6" fmla="*/ 115474 w 633600"/>
              <a:gd name="connsiteY6" fmla="*/ 2674148 h 6857999"/>
              <a:gd name="connsiteX7" fmla="*/ 633600 w 633600"/>
              <a:gd name="connsiteY7" fmla="*/ 2674148 h 6857999"/>
              <a:gd name="connsiteX8" fmla="*/ 633600 w 633600"/>
              <a:gd name="connsiteY8" fmla="*/ 6857999 h 6857999"/>
              <a:gd name="connsiteX9" fmla="*/ 0 w 633600"/>
              <a:gd name="connsiteY9" fmla="*/ 6857999 h 6857999"/>
              <a:gd name="connsiteX10" fmla="*/ 0 w 633600"/>
              <a:gd name="connsiteY10" fmla="*/ 0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633600" h="6857999">
                <a:moveTo>
                  <a:pt x="0" y="0"/>
                </a:moveTo>
                <a:lnTo>
                  <a:pt x="633600" y="0"/>
                </a:lnTo>
                <a:lnTo>
                  <a:pt x="633600" y="2160724"/>
                </a:lnTo>
                <a:lnTo>
                  <a:pt x="115474" y="2160724"/>
                </a:lnTo>
                <a:cubicBezTo>
                  <a:pt x="87419" y="2160724"/>
                  <a:pt x="64676" y="2183467"/>
                  <a:pt x="64676" y="2211522"/>
                </a:cubicBezTo>
                <a:lnTo>
                  <a:pt x="64676" y="2623350"/>
                </a:lnTo>
                <a:cubicBezTo>
                  <a:pt x="64676" y="2651405"/>
                  <a:pt x="87419" y="2674148"/>
                  <a:pt x="115474" y="2674148"/>
                </a:cubicBezTo>
                <a:lnTo>
                  <a:pt x="633600" y="2674148"/>
                </a:lnTo>
                <a:lnTo>
                  <a:pt x="633600" y="6857999"/>
                </a:lnTo>
                <a:lnTo>
                  <a:pt x="0" y="6857999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261F81"/>
              </a:gs>
              <a:gs pos="100000">
                <a:srgbClr val="12064D"/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0062134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tângulo 32">
            <a:extLst>
              <a:ext uri="{FF2B5EF4-FFF2-40B4-BE49-F238E27FC236}">
                <a16:creationId xmlns:a16="http://schemas.microsoft.com/office/drawing/2014/main" id="{60F05B1F-047C-4628-8986-AA8FFB76A48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39000">
                <a:srgbClr val="261F81"/>
              </a:gs>
              <a:gs pos="87000">
                <a:srgbClr val="12064D"/>
              </a:gs>
            </a:gsLst>
            <a:path path="circle">
              <a:fillToRect l="50000" t="-80000" r="50000" b="180000"/>
            </a:path>
            <a:tileRect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30" name="Imagem 29" descr="Fundo preto com estrelas&#10;&#10;Descrição gerada automaticamente">
            <a:extLst>
              <a:ext uri="{FF2B5EF4-FFF2-40B4-BE49-F238E27FC236}">
                <a16:creationId xmlns:a16="http://schemas.microsoft.com/office/drawing/2014/main" id="{6096CC37-7FED-4049-8F71-E52B290CFCFE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6431" y="-3"/>
            <a:ext cx="10855569" cy="6106257"/>
          </a:xfrm>
          <a:prstGeom prst="rect">
            <a:avLst/>
          </a:prstGeom>
        </p:spPr>
      </p:pic>
      <p:sp>
        <p:nvSpPr>
          <p:cNvPr id="37" name="Retângulo: Cantos Arredondados 36">
            <a:extLst>
              <a:ext uri="{FF2B5EF4-FFF2-40B4-BE49-F238E27FC236}">
                <a16:creationId xmlns:a16="http://schemas.microsoft.com/office/drawing/2014/main" id="{4FE4875C-778B-4E92-AE9C-005A2243D85A}"/>
              </a:ext>
            </a:extLst>
          </p:cNvPr>
          <p:cNvSpPr/>
          <p:nvPr/>
        </p:nvSpPr>
        <p:spPr>
          <a:xfrm>
            <a:off x="817351" y="914400"/>
            <a:ext cx="11200310" cy="5763599"/>
          </a:xfrm>
          <a:prstGeom prst="roundRect">
            <a:avLst>
              <a:gd name="adj" fmla="val 475"/>
            </a:avLst>
          </a:prstGeom>
          <a:gradFill flip="none" rotWithShape="1">
            <a:gsLst>
              <a:gs pos="25000">
                <a:srgbClr val="261F81">
                  <a:lumMod val="93000"/>
                  <a:lumOff val="7000"/>
                </a:srgbClr>
              </a:gs>
              <a:gs pos="100000">
                <a:srgbClr val="12064D">
                  <a:lumMod val="93000"/>
                  <a:lumOff val="7000"/>
                </a:srgbClr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8" name="Forma Livre: Forma 7">
            <a:extLst>
              <a:ext uri="{FF2B5EF4-FFF2-40B4-BE49-F238E27FC236}">
                <a16:creationId xmlns:a16="http://schemas.microsoft.com/office/drawing/2014/main" id="{E583B707-53CC-424B-BEFA-D3729AADFF76}"/>
              </a:ext>
            </a:extLst>
          </p:cNvPr>
          <p:cNvSpPr/>
          <p:nvPr/>
        </p:nvSpPr>
        <p:spPr>
          <a:xfrm>
            <a:off x="0" y="0"/>
            <a:ext cx="633600" cy="6857999"/>
          </a:xfrm>
          <a:custGeom>
            <a:avLst/>
            <a:gdLst>
              <a:gd name="connsiteX0" fmla="*/ 0 w 633600"/>
              <a:gd name="connsiteY0" fmla="*/ 0 h 6857999"/>
              <a:gd name="connsiteX1" fmla="*/ 633600 w 633600"/>
              <a:gd name="connsiteY1" fmla="*/ 0 h 6857999"/>
              <a:gd name="connsiteX2" fmla="*/ 633600 w 633600"/>
              <a:gd name="connsiteY2" fmla="*/ 2739607 h 6857999"/>
              <a:gd name="connsiteX3" fmla="*/ 115474 w 633600"/>
              <a:gd name="connsiteY3" fmla="*/ 2739607 h 6857999"/>
              <a:gd name="connsiteX4" fmla="*/ 64676 w 633600"/>
              <a:gd name="connsiteY4" fmla="*/ 2790405 h 6857999"/>
              <a:gd name="connsiteX5" fmla="*/ 64676 w 633600"/>
              <a:gd name="connsiteY5" fmla="*/ 3202233 h 6857999"/>
              <a:gd name="connsiteX6" fmla="*/ 115474 w 633600"/>
              <a:gd name="connsiteY6" fmla="*/ 3253031 h 6857999"/>
              <a:gd name="connsiteX7" fmla="*/ 633600 w 633600"/>
              <a:gd name="connsiteY7" fmla="*/ 3253031 h 6857999"/>
              <a:gd name="connsiteX8" fmla="*/ 633600 w 633600"/>
              <a:gd name="connsiteY8" fmla="*/ 6857999 h 6857999"/>
              <a:gd name="connsiteX9" fmla="*/ 0 w 633600"/>
              <a:gd name="connsiteY9" fmla="*/ 6857999 h 6857999"/>
              <a:gd name="connsiteX10" fmla="*/ 0 w 633600"/>
              <a:gd name="connsiteY10" fmla="*/ 0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633600" h="6857999">
                <a:moveTo>
                  <a:pt x="0" y="0"/>
                </a:moveTo>
                <a:lnTo>
                  <a:pt x="633600" y="0"/>
                </a:lnTo>
                <a:lnTo>
                  <a:pt x="633600" y="2739607"/>
                </a:lnTo>
                <a:lnTo>
                  <a:pt x="115474" y="2739607"/>
                </a:lnTo>
                <a:cubicBezTo>
                  <a:pt x="87419" y="2739607"/>
                  <a:pt x="64676" y="2762350"/>
                  <a:pt x="64676" y="2790405"/>
                </a:cubicBezTo>
                <a:lnTo>
                  <a:pt x="64676" y="3202233"/>
                </a:lnTo>
                <a:cubicBezTo>
                  <a:pt x="64676" y="3230288"/>
                  <a:pt x="87419" y="3253031"/>
                  <a:pt x="115474" y="3253031"/>
                </a:cubicBezTo>
                <a:lnTo>
                  <a:pt x="633600" y="3253031"/>
                </a:lnTo>
                <a:lnTo>
                  <a:pt x="633600" y="6857999"/>
                </a:lnTo>
                <a:lnTo>
                  <a:pt x="0" y="6857999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261F81"/>
              </a:gs>
              <a:gs pos="100000">
                <a:srgbClr val="12064D"/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683190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tângulo 32">
            <a:extLst>
              <a:ext uri="{FF2B5EF4-FFF2-40B4-BE49-F238E27FC236}">
                <a16:creationId xmlns:a16="http://schemas.microsoft.com/office/drawing/2014/main" id="{60F05B1F-047C-4628-8986-AA8FFB76A48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39000">
                <a:srgbClr val="261F81"/>
              </a:gs>
              <a:gs pos="87000">
                <a:srgbClr val="12064D"/>
              </a:gs>
            </a:gsLst>
            <a:path path="circle">
              <a:fillToRect l="50000" t="-80000" r="50000" b="180000"/>
            </a:path>
            <a:tileRect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30" name="Imagem 29" descr="Fundo preto com estrelas&#10;&#10;Descrição gerada automaticamente">
            <a:extLst>
              <a:ext uri="{FF2B5EF4-FFF2-40B4-BE49-F238E27FC236}">
                <a16:creationId xmlns:a16="http://schemas.microsoft.com/office/drawing/2014/main" id="{6096CC37-7FED-4049-8F71-E52B290CFCFE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6431" y="-3"/>
            <a:ext cx="10855569" cy="6106257"/>
          </a:xfrm>
          <a:prstGeom prst="rect">
            <a:avLst/>
          </a:prstGeom>
        </p:spPr>
      </p:pic>
      <p:sp>
        <p:nvSpPr>
          <p:cNvPr id="6" name="Forma Livre: Forma 5">
            <a:extLst>
              <a:ext uri="{FF2B5EF4-FFF2-40B4-BE49-F238E27FC236}">
                <a16:creationId xmlns:a16="http://schemas.microsoft.com/office/drawing/2014/main" id="{DD0F0FF5-8565-488A-A902-413857D4BD86}"/>
              </a:ext>
            </a:extLst>
          </p:cNvPr>
          <p:cNvSpPr/>
          <p:nvPr/>
        </p:nvSpPr>
        <p:spPr>
          <a:xfrm rot="16200000">
            <a:off x="-3112199" y="3112200"/>
            <a:ext cx="6857999" cy="633600"/>
          </a:xfrm>
          <a:custGeom>
            <a:avLst/>
            <a:gdLst>
              <a:gd name="connsiteX0" fmla="*/ 6857999 w 6857999"/>
              <a:gd name="connsiteY0" fmla="*/ 0 h 633600"/>
              <a:gd name="connsiteX1" fmla="*/ 6857999 w 6857999"/>
              <a:gd name="connsiteY1" fmla="*/ 633600 h 633600"/>
              <a:gd name="connsiteX2" fmla="*/ 3539509 w 6857999"/>
              <a:gd name="connsiteY2" fmla="*/ 633600 h 633600"/>
              <a:gd name="connsiteX3" fmla="*/ 3539509 w 6857999"/>
              <a:gd name="connsiteY3" fmla="*/ 150248 h 633600"/>
              <a:gd name="connsiteX4" fmla="*/ 3453937 w 6857999"/>
              <a:gd name="connsiteY4" fmla="*/ 64676 h 633600"/>
              <a:gd name="connsiteX5" fmla="*/ 3111657 w 6857999"/>
              <a:gd name="connsiteY5" fmla="*/ 64676 h 633600"/>
              <a:gd name="connsiteX6" fmla="*/ 3026085 w 6857999"/>
              <a:gd name="connsiteY6" fmla="*/ 150248 h 633600"/>
              <a:gd name="connsiteX7" fmla="*/ 3026085 w 6857999"/>
              <a:gd name="connsiteY7" fmla="*/ 633600 h 633600"/>
              <a:gd name="connsiteX8" fmla="*/ 0 w 6857999"/>
              <a:gd name="connsiteY8" fmla="*/ 633600 h 633600"/>
              <a:gd name="connsiteX9" fmla="*/ 0 w 6857999"/>
              <a:gd name="connsiteY9" fmla="*/ 0 h 633600"/>
              <a:gd name="connsiteX10" fmla="*/ 6857999 w 6857999"/>
              <a:gd name="connsiteY10" fmla="*/ 0 h 633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6857999" h="633600">
                <a:moveTo>
                  <a:pt x="6857999" y="0"/>
                </a:moveTo>
                <a:lnTo>
                  <a:pt x="6857999" y="633600"/>
                </a:lnTo>
                <a:lnTo>
                  <a:pt x="3539509" y="633600"/>
                </a:lnTo>
                <a:lnTo>
                  <a:pt x="3539509" y="150248"/>
                </a:lnTo>
                <a:cubicBezTo>
                  <a:pt x="3539509" y="102988"/>
                  <a:pt x="3501197" y="64676"/>
                  <a:pt x="3453937" y="64676"/>
                </a:cubicBezTo>
                <a:lnTo>
                  <a:pt x="3111657" y="64676"/>
                </a:lnTo>
                <a:cubicBezTo>
                  <a:pt x="3064397" y="64676"/>
                  <a:pt x="3026085" y="102988"/>
                  <a:pt x="3026085" y="150248"/>
                </a:cubicBezTo>
                <a:lnTo>
                  <a:pt x="3026085" y="633600"/>
                </a:lnTo>
                <a:lnTo>
                  <a:pt x="0" y="633600"/>
                </a:lnTo>
                <a:lnTo>
                  <a:pt x="0" y="0"/>
                </a:lnTo>
                <a:lnTo>
                  <a:pt x="6857999" y="0"/>
                </a:lnTo>
                <a:close/>
              </a:path>
            </a:pathLst>
          </a:custGeom>
          <a:gradFill flip="none" rotWithShape="1">
            <a:gsLst>
              <a:gs pos="0">
                <a:srgbClr val="261F81"/>
              </a:gs>
              <a:gs pos="100000">
                <a:srgbClr val="12064D"/>
              </a:gs>
            </a:gsLst>
            <a:lin ang="108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pt-BR"/>
          </a:p>
        </p:txBody>
      </p:sp>
      <p:sp>
        <p:nvSpPr>
          <p:cNvPr id="7" name="Retângulo: Cantos Arredondados 6">
            <a:extLst>
              <a:ext uri="{FF2B5EF4-FFF2-40B4-BE49-F238E27FC236}">
                <a16:creationId xmlns:a16="http://schemas.microsoft.com/office/drawing/2014/main" id="{63F7BC51-9CD9-43C2-B368-D1F774B05EB9}"/>
              </a:ext>
            </a:extLst>
          </p:cNvPr>
          <p:cNvSpPr/>
          <p:nvPr/>
        </p:nvSpPr>
        <p:spPr>
          <a:xfrm>
            <a:off x="817351" y="914400"/>
            <a:ext cx="11200310" cy="5763599"/>
          </a:xfrm>
          <a:prstGeom prst="roundRect">
            <a:avLst>
              <a:gd name="adj" fmla="val 475"/>
            </a:avLst>
          </a:prstGeom>
          <a:gradFill flip="none" rotWithShape="1">
            <a:gsLst>
              <a:gs pos="25000">
                <a:srgbClr val="261F81">
                  <a:lumMod val="93000"/>
                  <a:lumOff val="7000"/>
                </a:srgbClr>
              </a:gs>
              <a:gs pos="100000">
                <a:srgbClr val="12064D">
                  <a:lumMod val="93000"/>
                  <a:lumOff val="7000"/>
                </a:srgbClr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5849578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>
            <a:extLst>
              <a:ext uri="{FF2B5EF4-FFF2-40B4-BE49-F238E27FC236}">
                <a16:creationId xmlns:a16="http://schemas.microsoft.com/office/drawing/2014/main" id="{57939EA2-7318-4827-8968-2A46B8A4EB27}"/>
              </a:ext>
            </a:extLst>
          </p:cNvPr>
          <p:cNvSpPr/>
          <p:nvPr/>
        </p:nvSpPr>
        <p:spPr>
          <a:xfrm>
            <a:off x="0" y="1155700"/>
            <a:ext cx="7493000" cy="27178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99D2DB4E-D815-41C6-8D9E-6B9788773643}"/>
              </a:ext>
            </a:extLst>
          </p:cNvPr>
          <p:cNvSpPr/>
          <p:nvPr/>
        </p:nvSpPr>
        <p:spPr>
          <a:xfrm>
            <a:off x="457200" y="2349500"/>
            <a:ext cx="1168400" cy="720000"/>
          </a:xfrm>
          <a:prstGeom prst="rect">
            <a:avLst/>
          </a:prstGeom>
          <a:solidFill>
            <a:srgbClr val="FF00B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ff00b4</a:t>
            </a: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945977F7-266C-4B51-B5E2-51319807C7B2}"/>
              </a:ext>
            </a:extLst>
          </p:cNvPr>
          <p:cNvSpPr/>
          <p:nvPr/>
        </p:nvSpPr>
        <p:spPr>
          <a:xfrm>
            <a:off x="1981200" y="2349500"/>
            <a:ext cx="1168400" cy="720000"/>
          </a:xfrm>
          <a:prstGeom prst="rect">
            <a:avLst/>
          </a:prstGeom>
          <a:solidFill>
            <a:srgbClr val="00D7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/>
              <a:t>00d7ff</a:t>
            </a:r>
            <a:endParaRPr lang="pt-BR" dirty="0"/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BE321816-5B35-4659-936B-30606D5A1534}"/>
              </a:ext>
            </a:extLst>
          </p:cNvPr>
          <p:cNvSpPr/>
          <p:nvPr/>
        </p:nvSpPr>
        <p:spPr>
          <a:xfrm>
            <a:off x="3365500" y="2349500"/>
            <a:ext cx="1168400" cy="720000"/>
          </a:xfrm>
          <a:prstGeom prst="rect">
            <a:avLst/>
          </a:prstGeom>
          <a:solidFill>
            <a:srgbClr val="5FA2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/>
              <a:t>5fa2f0</a:t>
            </a:r>
            <a:endParaRPr lang="pt-BR" dirty="0"/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1D4CC952-E866-420B-A52D-6BE949B3F3C9}"/>
              </a:ext>
            </a:extLst>
          </p:cNvPr>
          <p:cNvSpPr/>
          <p:nvPr/>
        </p:nvSpPr>
        <p:spPr>
          <a:xfrm>
            <a:off x="4889500" y="2349500"/>
            <a:ext cx="1168400" cy="720000"/>
          </a:xfrm>
          <a:prstGeom prst="rect">
            <a:avLst/>
          </a:prstGeom>
          <a:solidFill>
            <a:srgbClr val="D22D9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/>
              <a:t>d22d9c</a:t>
            </a:r>
            <a:endParaRPr lang="pt-BR" dirty="0"/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91EC1BC9-DD93-4EF4-AAD6-141DD7DDCA17}"/>
              </a:ext>
            </a:extLst>
          </p:cNvPr>
          <p:cNvSpPr/>
          <p:nvPr/>
        </p:nvSpPr>
        <p:spPr>
          <a:xfrm>
            <a:off x="6273800" y="1663700"/>
            <a:ext cx="889000" cy="1405800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>
                <a:solidFill>
                  <a:schemeClr val="tx1"/>
                </a:solidFill>
              </a:rPr>
              <a:t>ffff00</a:t>
            </a:r>
            <a:endParaRPr lang="pt-BR" dirty="0">
              <a:solidFill>
                <a:schemeClr val="tx1"/>
              </a:solidFill>
            </a:endParaRPr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CB208260-EECF-4540-A875-53DD8E0224E8}"/>
              </a:ext>
            </a:extLst>
          </p:cNvPr>
          <p:cNvSpPr/>
          <p:nvPr/>
        </p:nvSpPr>
        <p:spPr>
          <a:xfrm>
            <a:off x="457200" y="1663700"/>
            <a:ext cx="2692400" cy="491400"/>
          </a:xfrm>
          <a:prstGeom prst="rect">
            <a:avLst/>
          </a:prstGeom>
          <a:gradFill>
            <a:gsLst>
              <a:gs pos="0">
                <a:srgbClr val="FF00B4"/>
              </a:gs>
              <a:gs pos="100000">
                <a:srgbClr val="00D7FF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396F85C6-AF48-42D3-9842-30928027BE36}"/>
              </a:ext>
            </a:extLst>
          </p:cNvPr>
          <p:cNvSpPr/>
          <p:nvPr/>
        </p:nvSpPr>
        <p:spPr>
          <a:xfrm>
            <a:off x="3365500" y="1663700"/>
            <a:ext cx="2692400" cy="491400"/>
          </a:xfrm>
          <a:prstGeom prst="rect">
            <a:avLst/>
          </a:prstGeom>
          <a:gradFill>
            <a:gsLst>
              <a:gs pos="0">
                <a:srgbClr val="5FA2F0"/>
              </a:gs>
              <a:gs pos="100000">
                <a:srgbClr val="D22D9C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EEC1E576-AE2F-4B0E-BE37-42DB6AA3D758}"/>
              </a:ext>
            </a:extLst>
          </p:cNvPr>
          <p:cNvSpPr/>
          <p:nvPr/>
        </p:nvSpPr>
        <p:spPr>
          <a:xfrm>
            <a:off x="457200" y="5067300"/>
            <a:ext cx="1168400" cy="720000"/>
          </a:xfrm>
          <a:prstGeom prst="rect">
            <a:avLst/>
          </a:prstGeom>
          <a:solidFill>
            <a:srgbClr val="C8055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/>
              <a:t>c8055a</a:t>
            </a:r>
            <a:endParaRPr lang="pt-BR" dirty="0"/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85D8F795-C513-4600-AF33-2CB06159517D}"/>
              </a:ext>
            </a:extLst>
          </p:cNvPr>
          <p:cNvSpPr/>
          <p:nvPr/>
        </p:nvSpPr>
        <p:spPr>
          <a:xfrm>
            <a:off x="1981200" y="5067300"/>
            <a:ext cx="1168400" cy="720000"/>
          </a:xfrm>
          <a:prstGeom prst="rect">
            <a:avLst/>
          </a:prstGeom>
          <a:solidFill>
            <a:srgbClr val="3C0C6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3c0c6e</a:t>
            </a:r>
          </a:p>
        </p:txBody>
      </p:sp>
      <p:sp>
        <p:nvSpPr>
          <p:cNvPr id="14" name="Retângulo 13">
            <a:extLst>
              <a:ext uri="{FF2B5EF4-FFF2-40B4-BE49-F238E27FC236}">
                <a16:creationId xmlns:a16="http://schemas.microsoft.com/office/drawing/2014/main" id="{4385475A-1921-4B47-AB76-BEADA55CD3B1}"/>
              </a:ext>
            </a:extLst>
          </p:cNvPr>
          <p:cNvSpPr/>
          <p:nvPr/>
        </p:nvSpPr>
        <p:spPr>
          <a:xfrm>
            <a:off x="3365500" y="5067300"/>
            <a:ext cx="1168400" cy="720000"/>
          </a:xfrm>
          <a:prstGeom prst="rect">
            <a:avLst/>
          </a:prstGeom>
          <a:solidFill>
            <a:srgbClr val="1E32C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/>
              <a:t>1e32c8</a:t>
            </a:r>
            <a:endParaRPr lang="pt-BR" dirty="0"/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9F65834A-978F-43A2-9DB2-4CBD6CC0FE28}"/>
              </a:ext>
            </a:extLst>
          </p:cNvPr>
          <p:cNvSpPr/>
          <p:nvPr/>
        </p:nvSpPr>
        <p:spPr>
          <a:xfrm>
            <a:off x="4889500" y="5067300"/>
            <a:ext cx="1168400" cy="720000"/>
          </a:xfrm>
          <a:prstGeom prst="rect">
            <a:avLst/>
          </a:prstGeom>
          <a:solidFill>
            <a:srgbClr val="E6054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/>
              <a:t>e60546</a:t>
            </a:r>
            <a:endParaRPr lang="pt-BR" dirty="0"/>
          </a:p>
        </p:txBody>
      </p:sp>
      <p:sp>
        <p:nvSpPr>
          <p:cNvPr id="16" name="Retângulo 15">
            <a:extLst>
              <a:ext uri="{FF2B5EF4-FFF2-40B4-BE49-F238E27FC236}">
                <a16:creationId xmlns:a16="http://schemas.microsoft.com/office/drawing/2014/main" id="{A740606C-5052-4EE9-AA80-25729F1CBD57}"/>
              </a:ext>
            </a:extLst>
          </p:cNvPr>
          <p:cNvSpPr/>
          <p:nvPr/>
        </p:nvSpPr>
        <p:spPr>
          <a:xfrm>
            <a:off x="457200" y="4381500"/>
            <a:ext cx="2692400" cy="491400"/>
          </a:xfrm>
          <a:prstGeom prst="rect">
            <a:avLst/>
          </a:prstGeom>
          <a:gradFill>
            <a:gsLst>
              <a:gs pos="0">
                <a:srgbClr val="C8055A"/>
              </a:gs>
              <a:gs pos="100000">
                <a:srgbClr val="3C0C6E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17" name="Retângulo 16">
            <a:extLst>
              <a:ext uri="{FF2B5EF4-FFF2-40B4-BE49-F238E27FC236}">
                <a16:creationId xmlns:a16="http://schemas.microsoft.com/office/drawing/2014/main" id="{82AA6B44-0E28-4168-B184-F8A935F4DD1C}"/>
              </a:ext>
            </a:extLst>
          </p:cNvPr>
          <p:cNvSpPr/>
          <p:nvPr/>
        </p:nvSpPr>
        <p:spPr>
          <a:xfrm>
            <a:off x="3365500" y="4381500"/>
            <a:ext cx="2692400" cy="491400"/>
          </a:xfrm>
          <a:prstGeom prst="rect">
            <a:avLst/>
          </a:prstGeom>
          <a:gradFill>
            <a:gsLst>
              <a:gs pos="0">
                <a:srgbClr val="1E32C8"/>
              </a:gs>
              <a:gs pos="100000">
                <a:srgbClr val="E60546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18" name="Retângulo 17">
            <a:extLst>
              <a:ext uri="{FF2B5EF4-FFF2-40B4-BE49-F238E27FC236}">
                <a16:creationId xmlns:a16="http://schemas.microsoft.com/office/drawing/2014/main" id="{541D63CF-C452-4ADD-A938-A7D633CA47F2}"/>
              </a:ext>
            </a:extLst>
          </p:cNvPr>
          <p:cNvSpPr/>
          <p:nvPr/>
        </p:nvSpPr>
        <p:spPr>
          <a:xfrm>
            <a:off x="6273800" y="4381500"/>
            <a:ext cx="889000" cy="1405800"/>
          </a:xfrm>
          <a:prstGeom prst="rect">
            <a:avLst/>
          </a:prstGeom>
          <a:solidFill>
            <a:srgbClr val="1E0C3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1e0c32</a:t>
            </a:r>
            <a:endParaRPr lang="pt-BR" dirty="0">
              <a:solidFill>
                <a:schemeClr val="tx1"/>
              </a:solidFill>
            </a:endParaRPr>
          </a:p>
        </p:txBody>
      </p:sp>
      <p:sp>
        <p:nvSpPr>
          <p:cNvPr id="22" name="Retângulo 21">
            <a:extLst>
              <a:ext uri="{FF2B5EF4-FFF2-40B4-BE49-F238E27FC236}">
                <a16:creationId xmlns:a16="http://schemas.microsoft.com/office/drawing/2014/main" id="{4A582CAF-C23C-43A3-AC8A-9A599B83290C}"/>
              </a:ext>
            </a:extLst>
          </p:cNvPr>
          <p:cNvSpPr/>
          <p:nvPr/>
        </p:nvSpPr>
        <p:spPr>
          <a:xfrm>
            <a:off x="7797800" y="1663700"/>
            <a:ext cx="889000" cy="1405800"/>
          </a:xfrm>
          <a:prstGeom prst="rect">
            <a:avLst/>
          </a:prstGeom>
          <a:solidFill>
            <a:srgbClr val="E0D4F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>
                <a:solidFill>
                  <a:schemeClr val="tx1"/>
                </a:solidFill>
              </a:rPr>
              <a:t>ffff00</a:t>
            </a:r>
            <a:endParaRPr lang="pt-BR" dirty="0">
              <a:solidFill>
                <a:schemeClr val="tx1"/>
              </a:solidFill>
            </a:endParaRPr>
          </a:p>
        </p:txBody>
      </p:sp>
      <p:sp>
        <p:nvSpPr>
          <p:cNvPr id="19" name="Retângulo 18">
            <a:extLst>
              <a:ext uri="{FF2B5EF4-FFF2-40B4-BE49-F238E27FC236}">
                <a16:creationId xmlns:a16="http://schemas.microsoft.com/office/drawing/2014/main" id="{E26EE387-B068-46A0-B3EF-B3AA697B3E9B}"/>
              </a:ext>
            </a:extLst>
          </p:cNvPr>
          <p:cNvSpPr/>
          <p:nvPr/>
        </p:nvSpPr>
        <p:spPr>
          <a:xfrm>
            <a:off x="7797800" y="5067299"/>
            <a:ext cx="1168400" cy="720001"/>
          </a:xfrm>
          <a:prstGeom prst="rect">
            <a:avLst/>
          </a:prstGeom>
          <a:solidFill>
            <a:srgbClr val="261F8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261F81</a:t>
            </a:r>
            <a:endParaRPr lang="pt-BR" dirty="0">
              <a:solidFill>
                <a:schemeClr val="tx1"/>
              </a:solidFill>
            </a:endParaRPr>
          </a:p>
        </p:txBody>
      </p:sp>
      <p:sp>
        <p:nvSpPr>
          <p:cNvPr id="20" name="Retângulo 19">
            <a:extLst>
              <a:ext uri="{FF2B5EF4-FFF2-40B4-BE49-F238E27FC236}">
                <a16:creationId xmlns:a16="http://schemas.microsoft.com/office/drawing/2014/main" id="{565E0F0F-8FE5-42E1-84DE-7368B75B4D59}"/>
              </a:ext>
            </a:extLst>
          </p:cNvPr>
          <p:cNvSpPr/>
          <p:nvPr/>
        </p:nvSpPr>
        <p:spPr>
          <a:xfrm>
            <a:off x="9321800" y="5067300"/>
            <a:ext cx="1168400" cy="720000"/>
          </a:xfrm>
          <a:prstGeom prst="rect">
            <a:avLst/>
          </a:prstGeom>
          <a:solidFill>
            <a:srgbClr val="1206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12064D</a:t>
            </a:r>
          </a:p>
        </p:txBody>
      </p:sp>
      <p:sp>
        <p:nvSpPr>
          <p:cNvPr id="23" name="Retângulo 22">
            <a:extLst>
              <a:ext uri="{FF2B5EF4-FFF2-40B4-BE49-F238E27FC236}">
                <a16:creationId xmlns:a16="http://schemas.microsoft.com/office/drawing/2014/main" id="{D7F90032-94B7-4E26-AD4C-E44B9445C1E0}"/>
              </a:ext>
            </a:extLst>
          </p:cNvPr>
          <p:cNvSpPr/>
          <p:nvPr/>
        </p:nvSpPr>
        <p:spPr>
          <a:xfrm>
            <a:off x="7797800" y="4381500"/>
            <a:ext cx="2692400" cy="491400"/>
          </a:xfrm>
          <a:prstGeom prst="rect">
            <a:avLst/>
          </a:prstGeom>
          <a:gradFill>
            <a:gsLst>
              <a:gs pos="0">
                <a:srgbClr val="261F81"/>
              </a:gs>
              <a:gs pos="100000">
                <a:srgbClr val="12064D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412899883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476</TotalTime>
  <Words>18</Words>
  <Application>Microsoft Office PowerPoint</Application>
  <PresentationFormat>Widescreen</PresentationFormat>
  <Paragraphs>18</Paragraphs>
  <Slides>6</Slides>
  <Notes>5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6</vt:i4>
      </vt:variant>
    </vt:vector>
  </HeadingPairs>
  <TitlesOfParts>
    <vt:vector size="10" baseType="lpstr">
      <vt:lpstr>Arial</vt:lpstr>
      <vt:lpstr>Calibri</vt:lpstr>
      <vt:lpstr>Calibri Light</vt:lpstr>
      <vt:lpstr>Tema do Office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Ricardo Neves</dc:creator>
  <cp:lastModifiedBy>Leonardo Karpinski</cp:lastModifiedBy>
  <cp:revision>19</cp:revision>
  <dcterms:created xsi:type="dcterms:W3CDTF">2020-05-27T20:02:15Z</dcterms:created>
  <dcterms:modified xsi:type="dcterms:W3CDTF">2020-06-30T15:41:49Z</dcterms:modified>
</cp:coreProperties>
</file>